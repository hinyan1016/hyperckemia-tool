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👅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味がしない・味が変わった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味覚障害の原因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コロナだけじゃない！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#14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🍽️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食事の味がしなくなった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19072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64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1764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何を食べても味が薄く感じる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32304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78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247802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口の中がずっと苦い・金属のような味がする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45536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912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🍰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63040" y="319125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好きだった食べ物の味が変わった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58768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044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😞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63040" y="3904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味がわからないので食事が楽しくない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味覚のしくみ ― 舌から脳まで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7772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味蕾が感知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657600" y="1051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舌の表面にある約5000〜1万個のセンサーが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甘味・塩味・酸味・苦味・うま味を感知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109728" cy="7772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116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味覚神経が伝達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57600" y="1965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舌の前方＝顔面神経、後方＝舌咽神経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のどの奥＝迷走神経の3本が脳に情報を送る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109728" cy="77724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26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8016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大脳が処理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657600" y="2880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味覚野で信号を処理し「味」として認識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嗅覚の情報も統合され「風味」を感じる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109728" cy="7772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40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3794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どこかに問題が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657600" y="37947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味蕾・神経・脳のどこかに問題が起こると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味覚障害が発生する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味覚障害の種類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875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9601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味覚低下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960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味が薄く感じる・味がわかりにくくなった状態。最も多いタイプ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64208"/>
            <a:ext cx="109728" cy="64008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80160" y="1709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味覚消失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0" y="17099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まったく味がしなくなった状態。コロナ後遺症で注目された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14016"/>
            <a:ext cx="109728" cy="64008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871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245973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異味症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31920" y="24597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本来の味とは違う味に感じる。甘いものが苦く感じるなど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63824"/>
            <a:ext cx="109728" cy="64008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369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😣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0160" y="32095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自発性異常味覚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31920" y="3209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何も食べていないのに口の中に苦味・金属味を感じる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913632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13632"/>
            <a:ext cx="109728" cy="64008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867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80160" y="39593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解離性味覚障害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31920" y="39593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5つの基本味のうち、特定の味だけがわからなくなる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味覚障害の原因 ― 意外と多い亜鉛不足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>
              <a:gd name="adj" fmla="val 14286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味覚障害全体の約3割が亜鉛欠乏に関連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味蕾の細胞は約10日で入れ替わる → 亜鉛が不足すると新しい味覚細胞が作れない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亜鉛不足になりやすい方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偏った食事をしている方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71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👴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9718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高齢で食事量が減った方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35661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降圧薬・利尿薬など特定の薬を服用中の方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14800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0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🍺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4160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過度のアルコール摂取がある方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血液検査で亜鉛の値を調べることができます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薬剤性味覚障害 ― あの薬が原因？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20000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457200"/>
          </a:xfrm>
          <a:prstGeom prst="rect">
            <a:avLst>
              <a:gd name="adj" fmla="val 41667"/>
            </a:avLst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薬剤性味覚障害は全体の約2割を占める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02336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4592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降圧薬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ACE阻害薬・ARB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02336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4028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抗生物質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クラリスロマイシン・メトロニダゾール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02336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抗がん剤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各種化学療法薬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645920"/>
            <a:ext cx="402336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64592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抗うつ薬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SSRI・三環系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2240280"/>
            <a:ext cx="402336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24028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利尿薬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368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チアジド系など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402336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83464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抗アレルギー薬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抗ヒスタミン薬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8229600" cy="73152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520440"/>
            <a:ext cx="109728" cy="7315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新しい薬を飲み始めてから味がおかしいと感じたら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自己判断で中止せず、必ず処方した医師に相談してください。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多くの場合、薬を開始して数週間〜数ヶ月で症状が出ます。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コロナ後遺症と味覚障害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6667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5486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コロナ感染者の約40〜60%に味覚・嗅覚障害が報告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109728" cy="7772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ウイルスが鼻の奥に感染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97680" y="1828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嗅覚神経の支持細胞がダメージを受ける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97480"/>
            <a:ext cx="109728" cy="7772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👃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嗅覚が低下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97680" y="27432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味覚と嗅覚は密接に関連しているため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「味がしない」と感じることが多い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11880"/>
            <a:ext cx="109728" cy="7772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033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8016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1〜3ヶ月で自然回復が多い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97680" y="36576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一部では半年以上続く場合も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回復が遅い場合は嗅覚トレーニングが有効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その他の原因 ― 神経・全身疾患・加齢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411480"/>
          </a:xfrm>
          <a:prstGeom prst="rect">
            <a:avLst>
              <a:gd name="adj" fmla="val 22222"/>
            </a:avLst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33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口腔の問題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54480"/>
            <a:ext cx="109728" cy="5943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口腔乾燥症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109728" cy="5943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舌炎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109728" cy="5943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口腔カンジダ症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11880"/>
            <a:ext cx="109728" cy="5943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唾液減少で味物質が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味蕾に届きにくい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1005840"/>
            <a:ext cx="2743200" cy="411480"/>
          </a:xfrm>
          <a:prstGeom prst="rect">
            <a:avLst>
              <a:gd name="adj" fmla="val 22222"/>
            </a:avLst>
          </a:prstGeom>
          <a:solidFill>
            <a:srgbClr val="7B2D8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1033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神経の問題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200400" y="15544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554480"/>
            <a:ext cx="109728" cy="59436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顔面神経麻痺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0" y="22402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240280"/>
            <a:ext cx="109728" cy="59436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0" y="29260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926080"/>
            <a:ext cx="109728" cy="59436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2971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脳腫瘍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00400" y="36118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611880"/>
            <a:ext cx="109728" cy="59436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味覚野の障害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26480" y="1005840"/>
            <a:ext cx="2743200" cy="411480"/>
          </a:xfrm>
          <a:prstGeom prst="rect">
            <a:avLst>
              <a:gd name="adj" fmla="val 22222"/>
            </a:avLst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17920" y="1033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全身疾患・加齢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126480" y="15544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55448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126480" y="22402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224028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腎不全・肝障害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26480" y="29260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92608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2971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甲状腺機能低下症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126480" y="3611880"/>
            <a:ext cx="274320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361188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70代で味蕾は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若い頃の約1/3に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危険なサイン ― こんな場合はすぐ受診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7315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0515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突然の味覚消失＋嗅覚消失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（感染症の可能性）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73152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109728" cy="7315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😐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19202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味覚障害＋顔の片側が動かない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（顔面神経麻痺 → 早期治療が重要）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73152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109728" cy="7315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🚑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7889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味覚障害＋ろれつ困難＋手足のしびれ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（脳卒中の可能性 → 119番）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73152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109728" cy="7315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36576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体重減少を伴う味覚障害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（栄養不良のおそれ）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すぐ受診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味覚障害＋ろれつ困難・手足のしびれ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味覚障害＋顔面麻痺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脳卒中の可能性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→119番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味覚障害が2週間以上続く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新しい薬の開始後に味がおかしい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食事量減少・体重減少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耳鼻咽喉科を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受診してください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様子見OK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風邪の後に味が薄いが徐々に改善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口が乾いている時だけ味がわかりにくい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水分をしっかりとり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1〜2週間様子を見る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味覚障害の検査と治療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検査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電気味覚検査・ろ紙ディスク法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味覚の感度を客観的に測定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93192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93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血液検査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221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亜鉛値の確認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93192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109728" cy="5029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87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頭部MRI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8163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神経・脳の異常を調べる（必要時）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393192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371600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399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亜鉛製剤の内服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6276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2〜6ヶ月の補充で約60〜70%が改善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965960"/>
            <a:ext cx="393192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965960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9933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原因薬の変更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2221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薬剤性の場合は処方を見直す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560320"/>
            <a:ext cx="393192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60320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587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嗅覚トレーニング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28163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コロナ後遺症に有効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3154680"/>
            <a:ext cx="3931920" cy="502920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154680"/>
            <a:ext cx="109728" cy="5029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182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口腔乾燥の治療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3410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唾液分泌を促す薬・ケア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8229600" cy="594360"/>
          </a:xfrm>
          <a:prstGeom prst="rect">
            <a:avLst>
              <a:gd name="adj" fmla="val 15385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886200"/>
            <a:ext cx="109728" cy="59436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931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亜鉛製剤の補充が基本治療 ― 原因を特定し適切な治療につなげることが大切です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味覚障害の原因と対処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味覚障害は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「コロナだけ」ではない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亜鉛不足・薬の副作用・口腔の問題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神経疾患など原因は多岐にわたる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最も多い原因は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亜鉛不足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血液検査で確認でき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亜鉛製剤の補充で多くの方が改善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2週間以上続けば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耳鼻咽喉科へ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原因を特定し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適切な治療につなげることが大切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次回予告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#15 眠れないのは脳のせい？ ― 不眠のメカニズムと正しい対処法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【その症状、大丈夫？#14】味がしない・味が変わった ― 味覚障害の原因</dc:title>
  <dc:subject>PptxGenJS Presentation</dc:subject>
  <dc:creator>今村久司</dc:creator>
  <cp:lastModifiedBy>今村久司</cp:lastModifiedBy>
  <cp:revision>1</cp:revision>
  <dcterms:created xsi:type="dcterms:W3CDTF">2026-04-14T00:51:55Z</dcterms:created>
  <dcterms:modified xsi:type="dcterms:W3CDTF">2026-04-14T00:51:55Z</dcterms:modified>
</cp:coreProperties>
</file>