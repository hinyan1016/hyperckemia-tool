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この頭痛、病院に行くべき？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危険な頭痛の見分け方 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一次性 vs 二次性・雷鳴頭痛・SNNOOP10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8872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05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「バットで殴られたような頭痛が突然きて、救急車を呼んだ」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「月に数回、目の奥がズキズキして光がまぶしくなる」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834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「毎日のように頭全体が締め付けられる感じがある」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93192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749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「高熱と一緒に頭痛が来て、首が硬い気がした」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すべて「頭痛」でも、緊急度はまったく異なります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頭痛の2大分類 ― 一次性 vs 二次性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288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914400"/>
            <a:ext cx="338328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914400"/>
            <a:ext cx="338328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項目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一次性頭痛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二次性頭痛（要注意）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17320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1417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頭痛自体が疾患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（構造的異常なし）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417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他の病気が原因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130552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1305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全頭痛の約90%以上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1305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全頭痛の約10%未満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43784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43784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28437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緊張型・片頭痛・群発頭痛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8437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くも膜下出血・髄膜炎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脳腫瘍・高血圧性頭痛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557016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命の危険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3557016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基本的になし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557016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場合により生命に関わる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270248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270248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発症パターン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03120" y="42702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繰り返す・慢性・パターンあり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42702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突然の発症・今まで経験なし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「人生最悪の頭痛」― くも膜下出血のサイン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37160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雷鳴頭痛（サンダークラップヘッドエイク）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雷が落ちたように突然（1秒以内）に始まる、人生最強の頭痛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今すぐ119番　― 以下のどれか1つでも当てはまれば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633472"/>
            <a:ext cx="219456" cy="21945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突然始まった「今まで生きてきた中で最もひどい頭痛」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054096"/>
            <a:ext cx="219456" cy="21945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809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頭痛と同時に意識を失いかけた・失った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8229600" cy="3657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474720"/>
            <a:ext cx="219456" cy="21945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01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頭痛と同時に首が硬くなった（項部硬直）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895344"/>
            <a:ext cx="219456" cy="21945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822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頭痛に加えて手足の麻痺・ろれつが回らない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42816"/>
            <a:ext cx="8229600" cy="3657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315968"/>
            <a:ext cx="219456" cy="21945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2428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頭痛と同時に高熱・意識の混濁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危険な頭痛のレッドフラッグ ― SNNOOP10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国際頭痛学会が提唱。1つでも当てはまれば医療機関での精査が必要です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Systemic symptoms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全身症状：発熱・体重減少・悪性腫瘍の既往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04288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30428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Neuropathy / Neurodeficit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24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神経症状：麻痺・言語障害・視力障害・意識変容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9125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91256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1912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2095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/ different headache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511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新しい頭痛・いつもと違う頭痛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78224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07822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Onset thunderclap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3982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突然発症：雷鳴頭痛・1分以内に最強になる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41732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17320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4173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1435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Older age (&gt;50)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高齢発症：50歳以降に初めて起こった頭痛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30428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04288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30428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2322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624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進行性：徐々に悪化している頭痛パターン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19125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191256"/>
            <a:ext cx="548640" cy="74980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1912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94960" y="32095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追加サイン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511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体位変換で増悪 / 咳・いきみで誘発 / 免疫不全 / 妊娠・産褥期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救急車 vs 専門外来 ― どちらに行くべきか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今すぐ119番（救急車）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36776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今まで経験なし・突然始まった最強の頭痛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30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意識がおかしい・呼びかけに反応しない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523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手足の麻痺・顔の歪み・ろれつが回らない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741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高熱＋頭痛＋首が前に曲がらない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23944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けいれん発作を起こした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数日以内に専門外来（脳神経内科）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636776"/>
            <a:ext cx="274320" cy="2743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いつもの頭痛と何か違う気がする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258568"/>
            <a:ext cx="274320" cy="2743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1305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頭痛の頻度・強さが最近増してきた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274320" cy="2743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7523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市販薬を月に10日以上飲んでいる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02152"/>
            <a:ext cx="274320" cy="2743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3741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50歳以降に初めて頭痛が出現した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4123944"/>
            <a:ext cx="274320" cy="2743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995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日常生活・仕事に支障が出ている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代表的な一次性頭痛 ― 3種類を押さえよう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緊張型頭痛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最も頻度が高い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頭全体の締め付け感・重い圧迫感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日本人の約30〜40%が経験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38328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54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市販鎮痛薬が有効（使い過ぎ注意）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6052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長時間のPC・スマホ作業で増加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脳神経内科で最もよく診る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1828800"/>
            <a:ext cx="182880" cy="1828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1600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片側のズキンズキンする拍動性頭痛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606040"/>
            <a:ext cx="182880" cy="1828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吐き気・光過敏・音過敏を伴う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383280"/>
            <a:ext cx="182880" cy="1828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154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日本では約840万人（20〜40代女性に多い）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4160520"/>
            <a:ext cx="182880" cy="1828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トリプタン系薬が特効薬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群発頭痛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最もつらい頭痛のひとつ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1828800"/>
            <a:ext cx="182880" cy="1828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600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目の奥をえぐるような片側激痛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2606040"/>
            <a:ext cx="182880" cy="1828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1〜2時間続き数週間毎日同時刻に発作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383280"/>
            <a:ext cx="182880" cy="1828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3154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涙・鼻水・まぶたの腫れを伴う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4160520"/>
            <a:ext cx="182880" cy="1828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トリプタン注射・酸素吸入が有効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「警告頭痛」を見逃さない ― SAH発症の前兆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13716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警告頭痛（sentinel headache）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くも膜下出血の約30〜50%は、大出血の数日〜数週間前に一過性の頭痛が起こる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「突然ひどい頭痛がして、数時間で治まった」 → この段階で受診すれば動脈瘤破裂を防げる場合がある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137160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50歳以降の新規頭痛は特に注意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脳腫瘍・側頭動脈炎（巨細胞性動脈炎）など見逃せない疾患を念頭に。眼科・神経内科への早期受診を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749040"/>
            <a:ext cx="137160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94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薬物乱用頭痛（MOH）にも注意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市販鎮痛薬を月10日以上服用 → 慢性頭痛へ移行するリスク。脳神経内科への相談を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Take Home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713232"/>
          </a:xfrm>
          <a:prstGeom prst="rect">
            <a:avLst/>
          </a:prstGeom>
          <a:solidFill>
            <a:srgbClr val="1F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950976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82296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頭痛は「一次性（命に関わらない）」と「二次性（要注意）」に大別される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713232"/>
          </a:xfrm>
          <a:prstGeom prst="rect">
            <a:avLst/>
          </a:prstGeom>
          <a:solidFill>
            <a:srgbClr val="1F3D5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92224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66420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「突然始まった人生最悪の頭痛」はくも膜下出血の可能性 → 即119番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8229600" cy="713232"/>
          </a:xfrm>
          <a:prstGeom prst="rect">
            <a:avLst/>
          </a:prstGeom>
          <a:solidFill>
            <a:srgbClr val="1F3D5C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633472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505456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SNNOOP10のサインが1つでもあれば必ず医療機関で精査を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713232"/>
          </a:xfrm>
          <a:prstGeom prst="rect">
            <a:avLst/>
          </a:prstGeom>
          <a:solidFill>
            <a:srgbClr val="1F3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34670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「いつもと何か違う」という感覚を大切に。その直感が命を救うことがある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8229600" cy="713232"/>
          </a:xfrm>
          <a:prstGeom prst="rect">
            <a:avLst/>
          </a:prstGeom>
          <a:solidFill>
            <a:srgbClr val="1F3D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315968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18795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片頭痛・緊張型は脳神経内科で管理できる。我慢せず相談を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この頭痛、病院に行くべき？ ― 危険な頭痛の見分け方</dc:title>
  <dc:subject>PptxGenJS Presentation</dc:subject>
  <dc:creator>今村久司</dc:creator>
  <cp:lastModifiedBy>今村久司</cp:lastModifiedBy>
  <cp:revision>1</cp:revision>
  <dcterms:created xsi:type="dcterms:W3CDTF">2026-04-02T02:39:29Z</dcterms:created>
  <dcterms:modified xsi:type="dcterms:W3CDTF">2026-04-02T02:39:29Z</dcterms:modified>
</cp:coreProperties>
</file>