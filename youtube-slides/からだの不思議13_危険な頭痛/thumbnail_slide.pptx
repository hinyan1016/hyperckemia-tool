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#13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この頭痛、危険？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見分け方を解説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雷鳴頭痛とは？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SNNOOP10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救急 vs 外来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2026-04-02T02:39:26Z</dcterms:created>
  <dcterms:modified xsi:type="dcterms:W3CDTF">2026-04-02T02:39:26Z</dcterms:modified>
</cp:coreProperties>
</file>