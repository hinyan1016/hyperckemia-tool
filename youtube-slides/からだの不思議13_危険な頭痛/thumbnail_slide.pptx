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365760"/>
            <a:ext cx="3840480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3657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からだの不思議 #13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この頭痛、危険？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74320" y="21945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C51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見分け方を解説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1828800" y="3246120"/>
            <a:ext cx="54864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474720"/>
            <a:ext cx="2560320" cy="5943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74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雷鳴頭痛とは？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91840" y="3474720"/>
            <a:ext cx="2560320" cy="59436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3474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SNNOOP10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126480" y="3474720"/>
            <a:ext cx="2560320" cy="5943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3474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救急 vs 外来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2026-04-13T07:11:47Z</dcterms:created>
  <dcterms:modified xsi:type="dcterms:W3CDTF">2026-04-13T07:11:47Z</dcterms:modified>
</cp:coreProperties>
</file>