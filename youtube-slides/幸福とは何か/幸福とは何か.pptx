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C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80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司 今村" userId="1c5d66dd010fbc96" providerId="LiveId" clId="{062EBC09-E340-429A-A48C-2ED253578334}"/>
    <pc:docChg chg="modSld">
      <pc:chgData name="久司 今村" userId="1c5d66dd010fbc96" providerId="LiveId" clId="{062EBC09-E340-429A-A48C-2ED253578334}" dt="2026-03-06T20:04:49.702" v="1" actId="207"/>
      <pc:docMkLst>
        <pc:docMk/>
      </pc:docMkLst>
      <pc:sldChg chg="modSp mod">
        <pc:chgData name="久司 今村" userId="1c5d66dd010fbc96" providerId="LiveId" clId="{062EBC09-E340-429A-A48C-2ED253578334}" dt="2026-03-06T20:04:49.702" v="1" actId="207"/>
        <pc:sldMkLst>
          <pc:docMk/>
          <pc:sldMk cId="0" sldId="282"/>
        </pc:sldMkLst>
        <pc:spChg chg="mod">
          <ac:chgData name="久司 今村" userId="1c5d66dd010fbc96" providerId="LiveId" clId="{062EBC09-E340-429A-A48C-2ED253578334}" dt="2026-03-06T20:04:49.702" v="1" actId="207"/>
          <ac:spMkLst>
            <pc:docMk/>
            <pc:sldMk cId="0" sldId="282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75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幸福とは何か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ECC7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「いい人生」を自分の言葉で語るために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828800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さまざまな角度から「幸福」を考える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ふと立ち止まる瞬間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3152" cy="1463040"/>
          </a:xfrm>
          <a:prstGeom prst="rect">
            <a:avLst/>
          </a:prstGeom>
          <a:solidFill>
            <a:srgbClr val="1A6B5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544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544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i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「自分は今、幸せなんだろうか」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金曜の夜、一週間の仕事を終えてソファに腰を下ろしたとき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ふと浮かぶ小さな疑問──それは特別なものではない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4663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導入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人類がずっと考えてきたテーマ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哲学者も、心理学者も、宗教家も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この問いに向き合ってきた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2743200"/>
            <a:ext cx="7680960" cy="12801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1097280" y="2834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幸福は数学の公式のように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「これが正解」と示せるものではない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だからこそ、さまざまな角度から幸福を眺めてみる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663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導入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2ECC7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幸福に関するよくある誤解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ECC7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「手に入れれば幸せ」は本当か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多くの人が信じていること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4231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2316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年収がもっと高ければ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幸せなのに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4231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429000" y="1463040"/>
            <a:ext cx="242316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11880" y="17373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あのポストに就ければ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きっと満足できる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4231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42316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309360" y="17373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もっといい家に住めたら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毎日が楽しいはず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お金、地位、成功──これらを手に入れれば幸せになれるという信念は根強い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よくある誤解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年収と幸福感の関係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カーネマンらの研究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2194560"/>
            <a:ext cx="7680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731520" y="2194560"/>
            <a:ext cx="73152" cy="182880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1097280" y="22860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年収が一定の水準を超えると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日々の感情的な幸福感は頭打ちになる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97280" y="32004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生活の不安がなくなるレベルまでは収入と幸福は連動する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しかし、それ以上は必ずしも比例しない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よくある誤解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快楽の踏み車（ヘドニック・トレッドミル）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新しいものを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手に入れる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15544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651760" y="137160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喜びを感じる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15544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すぐに慣れる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15544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040880" y="1371600"/>
            <a:ext cx="1828800" cy="1280160"/>
          </a:xfrm>
          <a:prstGeom prst="rect">
            <a:avLst/>
          </a:prstGeom>
          <a:solidFill>
            <a:srgbClr val="FDE8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13232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次の「もっと」を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求める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097280" y="3200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宝くじ高額当選者の追跡研究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3657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当選直後の大きな喜びは時間とともに薄れ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やがて当選前とほぼ同じ幸福度に戻る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よくある誤解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2ECC7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科学・心理学から見た幸福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ECC7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研究が教えてくれること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ポジティブ心理学の誕生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3152" cy="2194560"/>
          </a:xfrm>
          <a:prstGeom prst="rect">
            <a:avLst/>
          </a:prstGeom>
          <a:solidFill>
            <a:srgbClr val="1A6B5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マーティン・セリグマン（1998年）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心の病気を治すことだけでなく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「どうすれば人はより良く生きられるか」を研究する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幸福を構成する要素として「PERMA」モデルを提案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科学・心理学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PERMAモデル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05840" y="1645920"/>
            <a:ext cx="640080" cy="640080"/>
          </a:xfrm>
          <a:prstGeom prst="ellipse">
            <a:avLst/>
          </a:prstGeom>
          <a:solidFill>
            <a:srgbClr val="1A6B5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  Positive Emotion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ポジティブな感情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喜び、感謝、安らぎ、楽しさ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日常の中の「いい気分」の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積み重ねが幸福感の土台になる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5029200" y="1645920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7373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  Engagement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02920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没頭・フロー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029200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時間を忘れるほど何かに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集中している状態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趣味でも仕事でも充実感がある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科学・心理学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PERMAモデル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05840" y="1645920"/>
            <a:ext cx="640080" cy="640080"/>
          </a:xfrm>
          <a:prstGeom prst="ellips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459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  Relationships ── 人とのつながり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05840" y="2560320"/>
            <a:ext cx="7132320" cy="1645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1280160" y="2651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ハーバード大学の長期追跡研究（1938年〜）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80160" y="31089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「人を幸福にし、健康にするのは、良い人間関係である」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80160" y="36576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友人の数ではなく、信頼できる相手がいること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心を開ける人がそばにいることが大切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科学・心理学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PERMAモデル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05840" y="1645920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8E44A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  Meaning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意味・意義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「何のためにこれをやっているのか」が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見えていると困難にも耐えやすい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誰かの役に立つ実感が自分の幸福に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5029200" y="16459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7373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039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 Accomplishment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02920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達成感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029200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大きな目標でなくてもよい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毎朝のジョギングを一か月続けた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小さな達成の積み重ねが自信を育てる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科学・心理学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「感謝」の力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720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1097280" y="14630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毎晩寝る前に「今日感謝できること」を三つ書き出す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たったこれだけで数週間後には気分が改善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97280" y="2377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── 複数の研究で効果が確認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20040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731520" y="3200400"/>
            <a:ext cx="73152" cy="128016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1097280" y="32918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なぜ感謝が効くのか？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97280" y="37490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「自分にはすでに良いものがある」と気づく行為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足りないものから、今あるものへ視点を転換する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科学・心理学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2ECC7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哲学・思想から見た幸福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ECC7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先人たちの知恵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アリストテレス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solidFill>
            <a:srgbClr val="1A6B5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05840" y="1554480"/>
            <a:ext cx="640080" cy="64008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エウダイモニア ＝「よく生きること」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1097280" y="28346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自分の持つ能力や美徳を発揮して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充実した人生を送ること──それが本当の幸福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3657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幸福は「活動」である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ただ座って待っていても訪れない──日々の行動の中で作り上げるもの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哲学・思想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エピクロス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05840" y="1554480"/>
            <a:ext cx="640080" cy="640080"/>
          </a:xfrm>
          <a:prstGeom prst="ellipse">
            <a:avLst/>
          </a:prstGeom>
          <a:solidFill>
            <a:srgbClr val="A569B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アタラクシア ＝「心の平穏」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1097280" y="28346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本当に必要なものは、実はそう多くない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友人との語らい、シンプルな食事、静かな時間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3657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「欲望を減らせば、満足は増える」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二千年以上前の知恵が、現代の心理学と一致する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哲学・思想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吉田兼好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05840" y="1554480"/>
            <a:ext cx="640080" cy="64008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無常の中の美 ──『徒然草』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1097280" y="28346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花は満開のときだけが美しいのではない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散りゆく花にも、つぼみにも、それぞれの美しさがある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3657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完璧な状態を待つのではなく、不完全なままの日常に美を見出す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「今ここ」を大切にする姿勢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哲学・思想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三人の思想家に共通するメッセージ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6400800" cy="1463040"/>
          </a:xfrm>
          <a:prstGeom prst="rect">
            <a:avLst/>
          </a:prstGeom>
          <a:solidFill>
            <a:srgbClr val="1A6B5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幸福は「手に入れるもの」ではなく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「生き方そのもの」である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514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2514600" cy="54864"/>
          </a:xfrm>
          <a:prstGeom prst="rect">
            <a:avLst/>
          </a:prstGeom>
          <a:solidFill>
            <a:srgbClr val="1A6B5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アリストテレス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よく生きること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20440" y="3291840"/>
            <a:ext cx="2514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520440" y="3291840"/>
            <a:ext cx="2514600" cy="54864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65760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44A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エピクロス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3840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心の平穏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09360" y="3291840"/>
            <a:ext cx="2514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309360" y="3291840"/>
            <a:ext cx="251460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44652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吉田兼好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840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無常の中の美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哲学・思想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2ECC7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今日からできる具体的な行動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ECC7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小さな一歩が日常を変える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731520"/>
          </a:xfrm>
          <a:prstGeom prst="ellipse">
            <a:avLst/>
          </a:prstGeom>
          <a:solidFill>
            <a:srgbClr val="1A6B5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20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行動 1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4592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「三つの良いこと」を書き出す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31520" y="1463040"/>
            <a:ext cx="76809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1097280" y="1645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毎晩、寝る前にその日あった「良いこと」を三つ書き出す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22860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「ランチがおいしかった」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「電車で座れた」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「同僚に褒められた」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脳がポジティブな出来事に注目しやすくなり、注意のバランスが整う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具体的な行動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20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行動 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4592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誰かに「ありがとう」を伝える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31520" y="1463040"/>
            <a:ext cx="76809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1097280" y="1645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一日に一回、意識的に「ありがとう」を口にする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2286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感謝を伝える行為は相手だけでなく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自分自身の幸福感も高めてくれる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097280" y="3200400"/>
            <a:ext cx="676656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28016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PERMAの R（人間関係）と P（ポジティブ感情）の両方を満たす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具体的な行動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731520"/>
          </a:xfrm>
          <a:prstGeom prst="ellips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20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行動 3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4592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体を動かす時間を作る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31520" y="1463040"/>
            <a:ext cx="76809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1097280" y="1645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激しいトレーニングは不要──一日20分の散歩で十分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2377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エンドルフィン（天然の気分向上剤）が分泌される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頭の中のぐるぐる回る考え事が一時的にリセットされる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097280" y="3291840"/>
            <a:ext cx="6766560" cy="4572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28016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心と体はつながっている──体を動かせば心にも良い変化が生まれる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具体的な行動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731520"/>
          </a:xfrm>
          <a:prstGeom prst="ellips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20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行動 4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4592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「没頭できること」に時間を使う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31520" y="1463040"/>
            <a:ext cx="76809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1097280" y="1645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「上手かどうか」ではなく「楽しいかどうか」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2377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読書、料理、ゲーム、園芸、楽器演奏、DIY...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結果を気にせず、プロセスそのものを楽しむ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097280" y="3291840"/>
            <a:ext cx="6766560" cy="457200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28016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E44A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没頭している間、余計な心配事から解放される──一種の充足感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具体的な行動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20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行動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4592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SNSとの距離を見直す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31520" y="1463040"/>
            <a:ext cx="76809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1097280" y="16459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他人の「ハイライト」ばかりを見続けると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自分の日常が色あせて見える──「社会的比較」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2560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一日だけSNSを見ない日を作ってみる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寝る前の一時間はスマホを別の部屋に置く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097280" y="3291840"/>
            <a:ext cx="6766560" cy="457200"/>
          </a:xfrm>
          <a:prstGeom prst="rect">
            <a:avLst/>
          </a:prstGeom>
          <a:solidFill>
            <a:srgbClr val="FDED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28016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39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比較をやめると「自分の幸福」が見えやすくなる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具体的な行動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2ECC7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ECC7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あなたの「幸福」は、あなたの中にある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幸福を考える四つの視点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3152" cy="7315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誤解を解く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383280" y="1371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お金や地位だけでは幸福は完結しない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3152" cy="731520"/>
          </a:xfrm>
          <a:prstGeom prst="rect">
            <a:avLst/>
          </a:prstGeom>
          <a:solidFill>
            <a:srgbClr val="1A6B5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6B5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科学の視点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PERMAモデル──幸福は複数の要素の組み合わせ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3152" cy="73152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3108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E44A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哲学の知恵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83280" y="3108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幸福は外側の条件ではなく内側の態度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73152" cy="7315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005840" y="39776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39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3977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行動する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8328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小さな一歩を今日から始める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6. まとめ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幸福に正解はない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CC7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幸福はゴールではなくプロセス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日々の中で少しずつ気づき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少しずつ選び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少しずつ積み重ねていくもの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2ECC7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その歩みそのものが、すでに「幸福に向かう道」</a:t>
            </a:r>
            <a:endParaRPr lang="en-US" sz="2000" dirty="0">
              <a:solidFill>
                <a:srgbClr val="2ECC7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549</Words>
  <Application>Microsoft Office PowerPoint</Application>
  <PresentationFormat>画面に合わせる (16:9)</PresentationFormat>
  <Paragraphs>220</Paragraphs>
  <Slides>27</Slides>
  <Notes>27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0" baseType="lpstr">
      <vt:lpstr>Yu Gothic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幸福とは何か</dc:title>
  <dc:subject>PptxGenJS Presentation</dc:subject>
  <dc:creator>Claude</dc:creator>
  <cp:lastModifiedBy>久司 今村</cp:lastModifiedBy>
  <cp:revision>1</cp:revision>
  <dcterms:created xsi:type="dcterms:W3CDTF">2026-03-06T19:59:31Z</dcterms:created>
  <dcterms:modified xsi:type="dcterms:W3CDTF">2026-03-06T20:05:00Z</dcterms:modified>
</cp:coreProperties>
</file>