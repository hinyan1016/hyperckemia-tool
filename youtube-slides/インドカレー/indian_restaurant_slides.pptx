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548640"/>
            <a:ext cx="640080" cy="640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548640"/>
            <a:ext cx="640080" cy="6400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548640"/>
            <a:ext cx="640080" cy="6400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なぜ日本の「インド料理店」は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ネパール人経営が多いのか</a:t>
            </a:r>
            <a:endParaRPr lang="en-US" sz="3400" dirty="0"/>
          </a:p>
        </p:txBody>
      </p:sp>
      <p:sp>
        <p:nvSpPr>
          <p:cNvPr id="7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0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そして、ナンの意外な真実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9" name="Text 4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出典：東京大学 カレル研究 / ブリタニカ百科事典 ほか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411480"/>
          </a:xfrm>
          <a:prstGeom prst="rect">
            <a:avLst/>
          </a:prstGeom>
          <a:solidFill>
            <a:srgbClr val="B35C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日本のインド料理店の多くは</a:t>
            </a:r>
            <a:endParaRPr lang="en-US" sz="3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インド人ではなくネパール人が経営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2860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しかも「インドの主食」と信じている</a:t>
            </a:r>
            <a:endParaRPr lang="en-US" sz="2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ナンは、実際の日常食と異なる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5C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ネパール人経営が増えた構造的理由 ①②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B35C1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5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234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在留資格の仕組み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1828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「技能（コック）」枠で合法的に就労できる道が確立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B35C1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5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3154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同郷ネットワーク（連鎖移住）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77240" y="3749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ネパール西部の村から同じ業種へ連鎖的に移住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5C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ネパール人経営が増えた構造的理由 ③④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B35C1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5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234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独立サイクルの確立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1828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コック → 経験 → 経営者へ独立 → 新コック呼び込み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B35C1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5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3154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「インドカレー」看板の合理性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77240" y="3749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「ネパール料理」より「インドカレー」が集客力大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5C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コックから経営者への独立サイクル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303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80160"/>
            <a:ext cx="502920" cy="502920"/>
          </a:xfrm>
          <a:prstGeom prst="ellipse">
            <a:avLst/>
          </a:prstGeom>
          <a:solidFill>
            <a:srgbClr val="B35C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2344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「技能（コック）」ビザで来日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901952"/>
            <a:ext cx="27432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2148840"/>
            <a:ext cx="5303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B35C1E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00200" y="2194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既存店で修業・経験を積む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862072"/>
            <a:ext cx="27432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1520" y="3108960"/>
            <a:ext cx="5303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B35C1E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600200" y="3154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日本語と経営感覚を習得</a:t>
            </a:r>
            <a:endParaRPr lang="en-US" sz="2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822192"/>
            <a:ext cx="27432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1520" y="4069080"/>
            <a:ext cx="5303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B35C1E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1600200" y="4114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「経営・管理」ビザで独立開業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400800" y="1188720"/>
            <a:ext cx="2377440" cy="3291840"/>
          </a:xfrm>
          <a:prstGeom prst="rect">
            <a:avLst/>
          </a:prstGeom>
          <a:solidFill>
            <a:srgbClr val="2A160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40080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D4A0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この循環が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D4A0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自己増殖的に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D4A0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繰り返される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6492240" y="28346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5ED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新しい店が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5ED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コックを呼び込み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5ED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さらに独立が続く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560320" cy="457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16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なぜ「ネパール料理」ではなく</a:t>
            </a:r>
            <a:endParaRPr lang="en-US" sz="3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「インド料理」を名乗るのか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8046720" cy="1371600"/>
          </a:xfrm>
          <a:prstGeom prst="rect">
            <a:avLst/>
          </a:prstGeom>
          <a:solidFill>
            <a:srgbClr val="3D1F0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68880"/>
            <a:ext cx="54864" cy="1371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D4A0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「日本人のイメージは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D4A0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カレーと言ったらインド、ナンと言ったらインド」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── ネパール出身の店主（関西テレビ取材）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ED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国籍の表示ではなく、日本人に伝わる言葉への翻訳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35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6459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「インドの主食はナン」</a:t>
            </a:r>
            <a:endParaRPr lang="en-US" sz="3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は正確ではない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DF6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ナンは食べられている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DF6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ただし「毎日の家庭の主食」ではない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5C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チャパティ vs ナン ― 何が違うのか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017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5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チャパティ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5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ナン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5C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材料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全粒粉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精製小麦粉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発酵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なし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酵母を使う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焼き方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鉄板（タワ）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タンドール窯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家庭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簡単に作れる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窯がなく不可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位置づけ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5A8A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日常の主食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5C1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外食のパン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4805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ブリタニカ：チャパティは「何世紀にもわたる家庭の主食」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5C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日本で「カレー＋ナン」が定番になった理由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82296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視覚的インパクト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389120" y="1188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大きくて見栄えがよく本格感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03120"/>
            <a:ext cx="54864" cy="82296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セットの満足感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389120" y="2148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ボリュームでランチ満足度UP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063240"/>
            <a:ext cx="54864" cy="82296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08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既存イメージに合致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4389120" y="31089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「インド料理＝ナン」の記号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4023360"/>
            <a:ext cx="54864" cy="82296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062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6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原価の合理性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4389120" y="4069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材料費が安く利益率が高い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5C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まとめ：イメージと現実のギャップ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017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7432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日本でのイメージ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5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実際の姿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5C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インド人が作っている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5C1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ネパール人経営が大半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ナンがインドの主食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5C1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庶民の主食はチャパティ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ナンは家庭料理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5C1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タンドール窯が必要な外食メニュー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160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北インド風のみ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5C1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南インドは別の食文化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2A160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移民の歴史と日本市場への適応が生んだ独自の食文化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1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チャパティを出している店を</a:t>
            </a:r>
            <a:endParaRPr lang="en-US" sz="3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見つけたら、ぜひ試してみてほしい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0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インドの家庭の味に、一歩近づけるはずだ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B73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Kharel D. 東京大学 / Britannica / PMC / 関西テレビ / 好書好日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なぜ日本のインド料理店はネパール人経営が多いのか</dc:title>
  <dc:subject>PptxGenJS Presentation</dc:subject>
  <dc:creator>Indian Restaurant Blog</dc:creator>
  <cp:lastModifiedBy>Indian Restaurant Blog</cp:lastModifiedBy>
  <cp:revision>1</cp:revision>
  <dcterms:created xsi:type="dcterms:W3CDTF">2026-03-08T19:35:32Z</dcterms:created>
  <dcterms:modified xsi:type="dcterms:W3CDTF">2026-03-08T19:35:32Z</dcterms:modified>
</cp:coreProperties>
</file>