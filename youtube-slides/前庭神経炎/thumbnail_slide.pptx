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22040"/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0E1A3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548640" y="731520"/>
            <a:ext cx="228600" cy="1828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57200"/>
            <a:ext cx="68580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前庭神経炎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68580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の鑑別診断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脳卒中を見逃さない！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2468880" cy="68580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74720" y="3931920"/>
            <a:ext cx="2468880" cy="685800"/>
          </a:xfrm>
          <a:prstGeom prst="roundRect">
            <a:avLst>
              <a:gd name="adj" fmla="val 20000"/>
            </a:avLst>
          </a:prstGeom>
          <a:solidFill>
            <a:srgbClr val="1B6B3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眼振パターン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2468880" cy="685800"/>
          </a:xfrm>
          <a:prstGeom prst="roundRect">
            <a:avLst>
              <a:gd name="adj" fmla="val 20000"/>
            </a:avLst>
          </a:prstGeom>
          <a:solidFill>
            <a:srgbClr val="8B5A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鑑別5疾患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医知創造ラボ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前庭神経炎サムネイル</dc:title>
  <dc:subject>PptxGenJS Presentation</dc:subject>
  <dc:creator>今村久司</dc:creator>
  <cp:lastModifiedBy>今村久司</cp:lastModifiedBy>
  <cp:revision>1</cp:revision>
  <dcterms:created xsi:type="dcterms:W3CDTF">2026-03-24T04:25:40Z</dcterms:created>
  <dcterms:modified xsi:type="dcterms:W3CDTF">2026-03-24T04:25:40Z</dcterms:modified>
</cp:coreProperties>
</file>