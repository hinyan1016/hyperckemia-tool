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09728" cy="4997196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小脳梗塞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リハビリテーション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1371600" y="2377440"/>
            <a:ext cx="64008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回復はいつまで続く？最新エビデンス解説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371600" y="3383280"/>
            <a:ext cx="1463040" cy="502920"/>
          </a:xfrm>
          <a:prstGeom prst="roundRect">
            <a:avLst>
              <a:gd name="adj" fmla="val 27273"/>
            </a:avLst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383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KOSCO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108960" y="3383280"/>
            <a:ext cx="1463040" cy="502920"/>
          </a:xfrm>
          <a:prstGeom prst="roundRect">
            <a:avLst>
              <a:gd name="adj" fmla="val 27273"/>
            </a:avLst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3383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NIBS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846320" y="3383280"/>
            <a:ext cx="1463040" cy="502920"/>
          </a:xfrm>
          <a:prstGeom prst="roundRect">
            <a:avLst>
              <a:gd name="adj" fmla="val 27273"/>
            </a:avLst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3383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583680" y="3383280"/>
            <a:ext cx="1463040" cy="502920"/>
          </a:xfrm>
          <a:prstGeom prst="roundRect">
            <a:avLst>
              <a:gd name="adj" fmla="val 27273"/>
            </a:avLst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3383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脳神経内科医が解説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2026-03-31T04:24:57Z</dcterms:created>
  <dcterms:modified xsi:type="dcterms:W3CDTF">2026-03-31T04:24:57Z</dcterms:modified>
</cp:coreProperties>
</file>