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3657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からだの不思議 #10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脳は痛みを感じない？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頭痛の正体</a:t>
            </a:r>
            <a:endParaRPr lang="en-US" sz="4600" dirty="0"/>
          </a:p>
        </p:txBody>
      </p:sp>
      <p:sp>
        <p:nvSpPr>
          <p:cNvPr id="8" name="Shape 6"/>
          <p:cNvSpPr/>
          <p:nvPr/>
        </p:nvSpPr>
        <p:spPr>
          <a:xfrm>
            <a:off x="1828800" y="3246120"/>
            <a:ext cx="54864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侵害受容器の秘密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覚醒下脳手術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3474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危険な頭痛サイン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4320" y="443484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2026-04-02T02:30:38Z</dcterms:created>
  <dcterms:modified xsi:type="dcterms:W3CDTF">2026-04-02T02:30:38Z</dcterms:modified>
</cp:coreProperties>
</file>