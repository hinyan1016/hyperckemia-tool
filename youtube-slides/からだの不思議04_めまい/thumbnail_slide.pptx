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#04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そのめまい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大丈夫？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1828800" y="301752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4612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46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回転性めまい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91840" y="3246120"/>
            <a:ext cx="2560320" cy="5943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246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浮動性めまい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0" y="324612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246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立ちくらみ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4320" y="40690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脳神経内科医が解説する見分け方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2026-04-02T19:23:24Z</dcterms:created>
  <dcterms:modified xsi:type="dcterms:W3CDTF">2026-04-02T19:23:24Z</dcterms:modified>
</cp:coreProperties>
</file>