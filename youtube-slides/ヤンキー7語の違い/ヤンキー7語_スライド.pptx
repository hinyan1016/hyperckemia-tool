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日本語の雑学 ― 意味の違いシリーズ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ヤンキー・ツッパリ・不良・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やんちゃ・チンピラ・暴走族・半グレ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似ているようで全然違う、7つの言葉を整理する ―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0" y="352044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51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結論：7語はこう違う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91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051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素行の悪い若者の総称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581912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581912"/>
            <a:ext cx="91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81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ツッパリ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834640" y="15819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反抗的な態度・虚勢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112264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12264"/>
            <a:ext cx="9144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122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211226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日本独自の不良文化・見た目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642616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642616"/>
            <a:ext cx="9144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6426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やんちゃ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26426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軽くぼかす婉曲表現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172968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172968"/>
            <a:ext cx="9144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1729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チンピラ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34640" y="31729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下っ端のならず者（侮蔑語）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703320"/>
            <a:ext cx="9144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834640" y="3703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車両で危険走行する集団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233672"/>
            <a:ext cx="8046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33672"/>
            <a:ext cx="9144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336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半グレ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834640" y="42336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暴力団に属さない犯罪集団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2/16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フォーカスする「軸」がバラバラ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同じ「悪い人」に見えても、どこに注目しているかが違う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態度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ツッパリ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反抗・虚勢の見せ方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文化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832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日本独自の美意識・ファッション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73736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737360"/>
            <a:ext cx="25603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7" name="Text 15"/>
          <p:cNvSpPr/>
          <p:nvPr/>
        </p:nvSpPr>
        <p:spPr>
          <a:xfrm>
            <a:off x="603504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言い換え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やんちゃ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26517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ソフトに丸める婉曲語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91840"/>
            <a:ext cx="25603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序列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チンピラ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格の低さを貶める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291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32918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行為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832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車両の危険走行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329184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3291840"/>
            <a:ext cx="2560320" cy="3657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2" name="Text 30"/>
          <p:cNvSpPr/>
          <p:nvPr/>
        </p:nvSpPr>
        <p:spPr>
          <a:xfrm>
            <a:off x="60350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犯罪性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126480" y="3749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半グレ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126480" y="4206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反社会的犯罪集団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3/16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①「不良」— 最も広い総称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素行や品行が悪い若者全般を指す、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最も広い言葉（上位概念）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・1749年：一般義の用例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・1905年：素行の悪い青少年の意味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（精選版 日本国語大辞典）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現代での位置づけ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・法令・統計では現役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（非行少年・不良行為少年）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・日常会話では硬く説明的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・ヤンキー等の上位概念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例：「彼女は高校時代、不良グループと付き合っていた」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4/16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②「ツッパリ」— 反抗的な「態度」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動詞「突っ張る（虚勢を張る）」が語源。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行為や集団ではなく『見せ方・態度』に焦点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・1984年：名詞用法の実例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・動詞「突っ張る」は古い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・70年代末〜80年代に流行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現代での位置づけ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・日常会話ではほぼ使わない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・『ろくでなしBLUES』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『今日から俺は!!』を語る懐古語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・リーゼント・短ラン・ボンタン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例：「校内暴力全盛期のツッパリは、リーゼントで教室を闊歩していた」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5/16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③「ヤンキー」— 日本独自の不良文化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元々は「アメリカ人」の俗称。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日本では文化・見た目・生活様式まで含む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・1904年：アメリカ人の俗称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・1973年：若者不良文化の意味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・大阪アメリカ村から関西発祥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現代での位置づけ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・文化・サブカル語として現役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・80年代以降「ツッパリ」から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「ヤンキー」に中心語が移行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・金髪・特攻服・改造車文化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例：「地元の祭りに集まる元ヤンキーたちが主役のドキュメンタリー」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6/16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④「やんちゃ」— 軽くぼかす婉曲表現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もっとも古い部類の日本語。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『若い頃ちょっと悪かった』をソフトに言い換える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・1702年：子どものわがまま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・動物のじゃれつきにも使う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・7語中もっとも古い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現代での位置づけ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・芸能人の自己紹介で多用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・喧嘩・夜遊び程度まで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・重く受け取られない緩衝材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・本格的犯罪は含まない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AF5E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例：「学生時代はやんちゃでしたが、今は真面目に働いています」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7/16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⑤「チンピラ」— 下っ端のならず者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『大物ぶる未熟者』から転じて、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不良や暴力団の下っ端を指す侮蔑語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・1915〜1930年ごろ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・元：未熟・小物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・大正〜昭和初期に広がる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現代での位置づけ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・罵倒語・比喩として現役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・『序列の低い悪党』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・ビジネス・政治でも比喩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・他6語と違い『格』が焦点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DF0E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例：「大物気取りだが実態はただのチンピラにすぎない」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8/16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⑥「暴走族」— 車両で危険走行する集団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行為と組織性に焦点を当てた行政用語。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警察白書で現役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・1973年前後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・昭和49年警察白書で言及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・『共同危険行為』を繰り返す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二輪・四輪の集団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現代での位置づけ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・警察・報道・行政で現役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・構成員は最盛期の1/10以下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・『旧車會』など別形態へ移行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・個人ではなく集団が前提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例：「深夜の国道を走る暴走族の騒音が通報された」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9/16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⑦「半グレ」— 最も重い報道語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0972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暴力団に属さないが反社会的行為を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繰り返す集団。犯罪集団性が明確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語源・初出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・2010年代に広まる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・語源は諸説あり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（ぐれん隊、グレーゾーン等）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・定説なし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240280"/>
            <a:ext cx="38862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公的文書での扱い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・令和2年白書「準暴力団」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・令和5年白書で新概念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『匿名・流動型犯罪グループ』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・特殊詐欺・闇バイト等と直結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FDEAE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例：「特殊詐欺の摘発で半グレグループの関与が浮上した」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10/16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時系列で見る7語の歴史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51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65960" y="1097280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051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やんちゃ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子どもの悪ふざけ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527048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52704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1749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965960" y="1572768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52704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不良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152704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一般義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002536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00253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1904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65960" y="2048256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20025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00253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アメリカ人の俗称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478024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478024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65960" y="2523744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2478024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247802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素行の悪い青少年の意味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2953512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95351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1915-30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965960" y="2999232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29535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チンピラ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295351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大正〜昭和初期に広がる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429000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342900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1973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65960" y="3474720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34290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 / ヤンキー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0" y="3429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警察白書・若者語に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904488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31520" y="3904488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1984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1965960" y="3950208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03120" y="3904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ツッパリ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572000" y="39044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名詞用法の実例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48640" y="4379976"/>
            <a:ext cx="804672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" y="4379976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354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2010s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965960" y="4425696"/>
            <a:ext cx="0" cy="32004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03120" y="437997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半グレ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0" y="437997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メディアで広がる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11/16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混同しやすい3つのペア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137160" cy="1051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749040" y="11430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ツッパリ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1618488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ヤンキー＝文化、ツッパリ＝態度。ツッパリはヤンキー文化の中の『ふるまい』部分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286000"/>
            <a:ext cx="137160" cy="1051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やんちゃ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00400" y="2377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49040" y="2377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チンピラ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2852928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真逆の関係。やんちゃは軽くぼかす婉曲語、チンピラは序列を貶める侮蔑語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520440"/>
            <a:ext cx="137160" cy="10515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20040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90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半グレ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68680" y="4087368"/>
            <a:ext cx="7543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暴走族は車両集団の行為、半グレは暴力団以外の犯罪集団。行為の質が違う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12/16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現代ではどう使い分ける？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286000" cy="5943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日常会話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1097280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ヤンキー／やんちゃ／不良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10512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10512"/>
            <a:ext cx="2286000" cy="594360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懐古・昭和語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1810512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ツッパリ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523744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23744"/>
            <a:ext cx="2286000" cy="5943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2374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侮蔑・比喩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26080" y="2523744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チンピラ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36976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36976"/>
            <a:ext cx="228600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2369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報道語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0" y="3236976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半グレ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950208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950208"/>
            <a:ext cx="2286000" cy="5943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5020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行政・警察語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926080" y="3950208"/>
            <a:ext cx="5577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暴走族／半グレ（→匿名・流動型犯罪グループ）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13/16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現代の若者像はどう変わった？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886200" cy="50292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昭和〜平成初期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・校内暴力・暴走族全盛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・ツッパリ／ヤンキー文化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・派手な見た目で自己主張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・不良が一種の『ステータス』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38862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3886200" cy="5029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令和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29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・従来の不良像は激減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・目立たず穏やかな傾向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・不良はSNS上の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　『匿名・流動型』集団へ</a:t>
            </a:r>
            <a:endParaRPr lang="en-US" sz="1400" dirty="0"/>
          </a:p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・闇バイト・特殊詐欺が主戦場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出典：博報堂生活総合研究所／警察庁令和5年警察白書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14/16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7語は同じ仲間ではない。焦点の軸が違う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45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不良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918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広い箱（総称）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05740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ツッパリ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反抗的ふるまい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46888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ヤンキー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91840" y="2468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日本独自の若者文化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288036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やんちゃ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9184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軽く丸めた言い方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329184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チンピラ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91840" y="32918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下っ端のならず者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370332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703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暴走族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91840" y="37033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乗り物集団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14400" y="4114800"/>
            <a:ext cx="73152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4114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半グレ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2918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＝ 犯罪集団寄りの報道語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言葉の変化を追うことは、社会の変化を追うこと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15/16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43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・小学館『デジタル大辞泉』『精選版 日本国語大辞典』（コトバンク経由）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・国立国会図書館レファレンス協同データベース「ヤンキーの語源が知りたい」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48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・警察庁『昭和49年警察白書』『令和2年警察白書』『令和5年警察白書』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・大阪府警察「暴走族とは」（行政定義）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・CiNii『今日から俺は!!にみる“80年代不良表象”の批評性』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57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・博報堂生活総合研究所「不良は消えた？新時代の不良の姿」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73152" cy="3657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・難波功士『ヤンキー進化論』／斎藤環『ヤンキー文化論序説』／打越正行『ヤンキーと地元』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754880"/>
            <a:ext cx="7315200" cy="0"/>
          </a:xfrm>
          <a:prstGeom prst="line">
            <a:avLst/>
          </a:prstGeom>
          <a:noFill/>
          <a:ln w="12700">
            <a:solidFill>
              <a:srgbClr val="95A5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754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ヤンキー・ツッパリ・不良・やんちゃ・チンピラ・暴走族・半グレの違いとは</dc:title>
  <dc:subject>PptxGenJS Presentation</dc:subject>
  <dc:creator>今村久司</dc:creator>
  <cp:lastModifiedBy>今村久司</cp:lastModifiedBy>
  <cp:revision>1</cp:revision>
  <dcterms:created xsi:type="dcterms:W3CDTF">2026-04-21T09:13:07Z</dcterms:created>
  <dcterms:modified xsi:type="dcterms:W3CDTF">2026-04-21T09:13:07Z</dcterms:modified>
</cp:coreProperties>
</file>