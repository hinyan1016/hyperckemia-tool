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365760"/>
            <a:ext cx="3840480" cy="5943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3657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からだの不思議 #03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14300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手がしびれて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274320" y="201168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5C51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目が覚めた</a:t>
            </a:r>
            <a:endParaRPr lang="en-US" sz="5200" dirty="0"/>
          </a:p>
        </p:txBody>
      </p:sp>
      <p:sp>
        <p:nvSpPr>
          <p:cNvPr id="8" name="Shape 6"/>
          <p:cNvSpPr/>
          <p:nvPr/>
        </p:nvSpPr>
        <p:spPr>
          <a:xfrm>
            <a:off x="1828800" y="3063240"/>
            <a:ext cx="54864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291840"/>
            <a:ext cx="2560320" cy="59436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2918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6つの原因を解説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291840" y="3291840"/>
            <a:ext cx="2560320" cy="59436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32918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小指が鍵！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126480" y="3291840"/>
            <a:ext cx="2560320" cy="59436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32918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脳卒中を見逃すな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74320" y="425196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2026-04-01T03:26:50Z</dcterms:created>
  <dcterms:modified xsi:type="dcterms:W3CDTF">2026-04-01T03:26:50Z</dcterms:modified>
</cp:coreProperties>
</file>