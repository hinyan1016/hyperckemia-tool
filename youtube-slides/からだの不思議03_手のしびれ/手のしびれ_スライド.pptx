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脳神経内科医が答える からだの不思議 #03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「手がしびれて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目が覚めた」の正体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朝のしびれの原因と受診のタイミング ―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0" y="3429000"/>
            <a:ext cx="3657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703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脳神経内科専門医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こんな経験ありませんか？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73152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11887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「夜中に手がしびれて目が覚めた。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手を振ったら治ったけど、また繰り返す」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73152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23774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「朝起きると手がジンジンしている。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特に親指・人差し指・中指が気になる」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3474720"/>
            <a:ext cx="73152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88720" y="356616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「横向きに寝ていたら、朝に手首が下がって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力が入らなくなった」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外来でよく相談を受ける症状 ― 原因は1つではありません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2/11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しびれとは何か ― 神経で何が起きているか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しびれの種類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ジンジン感（異常感覚） ／ 感覚が薄くなる（感覚鈍麻） ／ ピリピリ感 ／ 力が入らない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651760"/>
            <a:ext cx="2651760" cy="457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651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末梢神経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31546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手足・体幹の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末端を走る神経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00400" y="26517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651760"/>
            <a:ext cx="2651760" cy="45720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2651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脊髄・神経根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00400" y="31546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背骨の中を通る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中枢から末梢への中継点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35040" y="26517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651760"/>
            <a:ext cx="2651760" cy="4572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2651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脳（中枢）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35040" y="31546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大脳・視床・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感覚野の障害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4348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重要：しびれの「場所のパターン」でどの神経か特定できる ― これが鑑別の核心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3/11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鑑別の最初の一歩 ― 「どの指か」を確認する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51760" cy="50292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正中神経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（せいちゅうしんけい）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担当エリア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親指・人差し指・中指・薬指の半分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971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経路：手根管を通る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05840"/>
            <a:ext cx="2651760" cy="50292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005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尺骨神経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200400" y="1554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（しゃっこつしんけい）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担当エリア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2286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小指・薬指の半分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2971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経路：肘の内側を通る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35040" y="100584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005840"/>
            <a:ext cx="2651760" cy="5029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1005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橈骨神経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035040" y="1554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（とうこつしんけい）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担当エリア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2286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手背・親指〜中指の背側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7920" y="2971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経路：上腕部を走る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1148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KEY: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「小指が入るかどうか」が最初の分岐点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4/11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最も多い原因 ― 手根管症候群（しゅこんかんしょうこうぐん）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手首の正中神経が「手根管」というトンネルで圧迫される疾患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特に40〜60代の女性に多い（妊娠中・透析患者でも起こりやすい）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468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👌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3108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しびれる場所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5661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親指・人差し指・中指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（小指にはしびれなし！）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242316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2468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🌙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0" y="3108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悪化するとき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35661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夜間〜早朝に強くなる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手首を曲げた寝姿勢で悪化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242316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0" y="2468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✋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035040" y="3108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Flick sign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35661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手を振る・腕を高く上げると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一時的に楽になる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6177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筋萎縮が起きてからでは回復に時間がかかる ― 気になり始めたら早めに受診を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5/11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小指・薬指のしびれ ― 肘と首の問題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50292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058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肘部管症候群（ちゅうぶかんしょうこうぐん）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障害神経: 尺骨神経（しゃっこつしんけい）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2128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部位: 肘の内側で圧迫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77977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しびれ: 小指・薬指（半分）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34670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悪化: 肘を曲げ続けると悪化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　　（横向き就寝時も）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9136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進行: 手の筋肉がやせる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　　「鷲手（わしで）変形」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0233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05840"/>
            <a:ext cx="4023360" cy="5029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0058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胸郭出口症候群（きょうかくでぐちしょうこうぐん）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645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障害神経: 腕神経叢（うでのしんけいそう）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221284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部位: 鎖骨と第一肋骨の間で圧迫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277977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しびれ: 小指・薬指側・前腕内側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334670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悪化: 腕を上げたとき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　　（ドライヤー・つり革）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9136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特徴: なで肩・首が長い女性に多い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　　肩こりを伴うことが多い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6/11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首から来るしびれ・翌朝の麻痺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50292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058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頸椎症性神経根症（けいついしょうせいしんけいこんしょう）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原因: 頸椎の骨・椎間板の変性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　　↓神経根（しんけいこん）を圧迫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24942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年齢: 50歳以降に多い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　　（デスクワーク・スマホ負担）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8529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しびれ: 手指〜前腕〜上腕まで広がる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4564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診断: 首の後屈で悪化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　　（Spurlingテスト）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0233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4023360" cy="502920"/>
          </a:xfrm>
          <a:prstGeom prst="rect">
            <a:avLst/>
          </a:prstGeom>
          <a:solidFill>
            <a:srgbClr val="636E72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0058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Saturday night palsy（橈骨神経麻痺）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16459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原因: 上腕部の橈骨神経（とうこつしんけい）を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　　圧迫したまま眠った翌朝に出現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24942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症状: 手首が下がる「下垂手（かすいしゅ）」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　　手首・指が持ち上げられない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285292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経過: 多くは数週間〜数か月で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　　自然回復する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345643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予防: 飲酒後に固い台で腕を圧迫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　　して眠らないよう注意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434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頸椎症はしびれが手だけでなく前腕・上腕まで広がるのが特徴。首・肩の痛みを伴うことも多い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7/11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6つの原因を比較する ― 「どの指か」と「悪化状況」が核心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87782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137160" cy="621792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手根管症候群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23160" y="100584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親指・人差し指・中指（小指は正常）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0" y="100584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夜間〜早朝 / 手首屈曲姿勢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60920" y="1005840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40〜60代女性多い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1664208"/>
            <a:ext cx="8778240" cy="621792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664208"/>
            <a:ext cx="137160" cy="62179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66420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胸郭出口症候群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23160" y="166420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小指・薬指側 / 前腕内側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66420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腕を上げたとき / 重い荷物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60920" y="1664208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なで肩の女性に多い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2322576"/>
            <a:ext cx="87782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" y="2322576"/>
            <a:ext cx="137160" cy="621792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322576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肘部管症候群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23160" y="2322576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小指・薬指（半分）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322576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肘を曲げ続けると悪化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60920" y="2322576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進行で鷲手変形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2880" y="2980944"/>
            <a:ext cx="8778240" cy="621792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82880" y="2980944"/>
            <a:ext cx="137160" cy="621792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98094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頸椎症性神経根症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423160" y="2980944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手指〜前腕〜上腕まで広がる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298094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首の後屈（Spurling）で誘発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60920" y="298094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50代以降 肩の痛み伴う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82880" y="3639312"/>
            <a:ext cx="87782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82880" y="3639312"/>
            <a:ext cx="137160" cy="621792"/>
          </a:xfrm>
          <a:prstGeom prst="rect">
            <a:avLst/>
          </a:prstGeom>
          <a:solidFill>
            <a:srgbClr val="636E72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63931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橈骨神経麻痺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423160" y="3639312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手背・親指〜中指の背側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363931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上腕圧迫翌朝に出現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60920" y="3639312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下垂手 多くは自然回復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82880" y="4297680"/>
            <a:ext cx="8778240" cy="621792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82880" y="4297680"/>
            <a:ext cx="137160" cy="621792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29768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脳卒中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423160" y="429768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手全体〜顔・下肢まで同側に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37760" y="429768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突然発症（数秒〜数分）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60920" y="4297680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麻痺・言語障害を伴う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8046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疾患名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423160" y="8046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しびれる部位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37760" y="8046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悪化状況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60920" y="8046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その他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8/11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受診を考えるサイン ― こんなときは専門医へ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109728" cy="77724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515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しびれが毎晩・毎朝繰り返される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938528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938528"/>
            <a:ext cx="109728" cy="77724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3852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しびれが日中もある（夜間・朝だけでなくなった）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825496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825496"/>
            <a:ext cx="109728" cy="77724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82549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手に力が入りにくい・物を落としやすくなった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712464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712464"/>
            <a:ext cx="109728" cy="77724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712464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手の筋肉がやせてきた（手のひらのふくらみが減った）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105156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51560"/>
            <a:ext cx="109728" cy="77724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10515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しびれが手首から肩・首まで広がっている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938528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938528"/>
            <a:ext cx="109728" cy="77724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193852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両手に同時にしびれがある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2825496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825496"/>
            <a:ext cx="109728" cy="77724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282549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症状が数か月以上続いている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3712464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712464"/>
            <a:ext cx="109728" cy="77724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3712464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しびれとともに首や肩の痛みが強い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6634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筋萎縮が起きてからでは回復に時間がかかる ― 気になり始めた段階での受診が治療の選択肢を広げる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9/11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これは救急！ ― 脳卒中のしびれを見逃さない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116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01168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C5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Face（顔のゆがみ）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顔がゆがむ・口が動きにくい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23160" y="1005840"/>
            <a:ext cx="20116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1005840"/>
            <a:ext cx="201168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2423160" y="1005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C5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514600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Arm（腕の麻痺）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14600" y="2194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腕に力が入らない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1005840"/>
            <a:ext cx="20116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005840"/>
            <a:ext cx="201168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005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C5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663440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Speech（言語障害）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194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言葉が出ない・相手の言葉がわからない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1005840"/>
            <a:ext cx="20116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0840" y="1005840"/>
            <a:ext cx="2011680" cy="6400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1005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C5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812280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Time（すぐ119番！）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12280" y="2194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疑ったら今すぐ救急車を呼ぶ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337560"/>
            <a:ext cx="8412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337560"/>
            <a:ext cx="8412480" cy="4114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3375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すぐ119番すべきしびれのサイン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8640" y="37947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突然始まったしびれ（数秒〜数分で完成）  ／  しびれ＋手足の麻痺  ／  顔のゆがみ  ／  言葉が出ない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ひどい頭痛が同時に出た  ／  視野の一部が欠ける・二重に見える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754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脳卒中治療のウィンドウは発症から4.5時間以内 ― 「様子を見よう」では間に合わない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10/11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 ― Take Home Message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502920" cy="84124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960120"/>
            <a:ext cx="7589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「どの指か」「いつ悪化するか」が鑑別の核心。小指が入るかどうかが最初の分岐点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20240"/>
            <a:ext cx="502920" cy="841248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920240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1920240"/>
            <a:ext cx="7589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最も多いのは手根管症候群（正中神経圧迫）。小指にしびれが出ないのが特徴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841248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880360"/>
            <a:ext cx="502920" cy="84124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880360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05840" y="2880360"/>
            <a:ext cx="7589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手の筋萎縮・力の低下・日中も続くしびれは早めの受診サイン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841248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840480"/>
            <a:ext cx="502920" cy="841248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840480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05840" y="3840480"/>
            <a:ext cx="7589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突然発症のしびれ＋麻痺・言語障害・顔のゆがみは脳卒中 → 即119番！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チャンネル登録・コメントをお待ちしています！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11/11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「手がしびれて目が覚めた」の正体 ― 朝のしびれの原因と受診のタイミング</dc:title>
  <dc:subject>PptxGenJS Presentation</dc:subject>
  <dc:creator>今村久司</dc:creator>
  <cp:lastModifiedBy>今村久司</cp:lastModifiedBy>
  <cp:revision>1</cp:revision>
  <dcterms:created xsi:type="dcterms:W3CDTF">2026-04-01T03:26:50Z</dcterms:created>
  <dcterms:modified xsi:type="dcterms:W3CDTF">2026-04-01T03:26:50Z</dcterms:modified>
</cp:coreProperties>
</file>