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#08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目がピクピク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放置OK？ 要受診？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眼瞼ミオキミアとは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3つの要注意病態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受診のサイン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2026-04-02T02:30:21Z</dcterms:created>
  <dcterms:modified xsi:type="dcterms:W3CDTF">2026-04-02T02:30:21Z</dcterms:modified>
</cp:coreProperties>
</file>