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目がピクピクする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放置していいのか？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まぶたのピクピクの正体とその見分け方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こんな経験ありませんか？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1887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「残業続きの週に、下まぶたがピクピクし始めた」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4231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「コーヒーをたくさん飲んだ日に症状が出やすい」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36576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「まぶたがピクピクする ― 脳に異常があるのでは？」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ほぼ全員が一生に一度は経験するありふれた現象 ― でも心配なケースも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眼瞼ミオキミア（Eyelid Myokymia）とは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Eyelid Myokymia（眼瞼ミオキミア）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眼輪筋の一部が自発的に不規則な電気信号を発して収縮する現象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83464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834640"/>
            <a:ext cx="155448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834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睡眠不足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93392" y="283464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2834640"/>
            <a:ext cx="155448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1993392" y="2834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カフェイン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過多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12464" y="283464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2834640"/>
            <a:ext cx="155448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3712464" y="2834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ストレス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31536" y="283464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31536" y="2834640"/>
            <a:ext cx="155448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5431536" y="2834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スクリーン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50608" y="283464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50608" y="2834640"/>
            <a:ext cx="155448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7150608" y="2834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ドライアイ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2514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主な引き金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下まぶた・片目のみ・細かいピクピク・引き金解消で数日以内に自然消失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メカニズム ― なぜ疲れるとピクピクするのか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234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1828800" cy="3657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疲労・睡眠不足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カフェイン・Mg不足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3160" y="10972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234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514600" y="1874520"/>
            <a:ext cx="1828800" cy="3657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神経・筋肉の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静止電位が不安定に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234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🔀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1828800" cy="3657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わずかな刺激で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自発放電が起きやすくなる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234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👁️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995160" y="1874520"/>
            <a:ext cx="182880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指令なしに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眼輪筋がピクッと収縮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4884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38912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2940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576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核心メッセージ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ピクピクは「筋肉の誤作動」 ― 疲労などで静止電位が不安定になっているだけ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原因を取り除けば自然に落ち着く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良性と病的なピクピクの比較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73736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005840"/>
            <a:ext cx="320040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0" y="1005840"/>
            <a:ext cx="365760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項目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良性（眼瞼ミオキミア）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要注意（病的なもの）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8595360" cy="6949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508760"/>
            <a:ext cx="173736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左右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1508760"/>
            <a:ext cx="3200400" cy="69494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片目のみ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508760"/>
            <a:ext cx="3657600" cy="69494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片目→顔半側に広がる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または両目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03704"/>
            <a:ext cx="8595360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203704"/>
            <a:ext cx="173736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部位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2203704"/>
            <a:ext cx="3200400" cy="69494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下まぶた中心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限局的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203704"/>
            <a:ext cx="3657600" cy="69494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頬・口角・まぶた全体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898648"/>
            <a:ext cx="8595360" cy="6949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98648"/>
            <a:ext cx="173736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動き方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2898648"/>
            <a:ext cx="3200400" cy="69494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細かくピクピク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（不規則）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2898648"/>
            <a:ext cx="3657600" cy="69494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顔が引きつる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目がギュッと閉じる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93592"/>
            <a:ext cx="8595360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593592"/>
            <a:ext cx="173736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持続時間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3593592"/>
            <a:ext cx="3200400" cy="69494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数秒〜数分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断続的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593592"/>
            <a:ext cx="3657600" cy="69494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持続的・発作的に繰り返す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288536"/>
            <a:ext cx="8595360" cy="6949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288536"/>
            <a:ext cx="173736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自然経過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11680" y="4288536"/>
            <a:ext cx="3200400" cy="69494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誘因解消で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数日以内に消失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4288536"/>
            <a:ext cx="3657600" cy="69494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徐々に悪化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自然消失しない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放置してはいけない3つの病態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" cy="8229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片側顔面痙攣  Hemifacial spasm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まぶたから始まり同側の頬・口角へ広がる。顔面神経が動脈で圧迫されることで発症。自然消失しない。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1417320"/>
            <a:ext cx="201168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417320"/>
            <a:ext cx="20116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ボツリヌス毒素注射 / 微小血管減圧術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14600"/>
            <a:ext cx="822960" cy="82296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2377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眼瞼痙攣  Blepharospasm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両目が意思に反して閉じてしまう。大脳基底核のジストニア。強い光・疲労・ストレスで悪化。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2743200"/>
            <a:ext cx="2011680" cy="5943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743200"/>
            <a:ext cx="20116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ボツリヌス毒素注射（第一選択）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0480"/>
            <a:ext cx="822960" cy="8229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3703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マイジュ症候群  Meige syndrome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63040" y="4114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眼瞼痙攣＋口・顎・舌の不随意運動を伴う顔面ジストニア。中年以降の女性に多い。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4069080"/>
            <a:ext cx="2011680" cy="5943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069080"/>
            <a:ext cx="20116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ボツリヌス毒素注射＋薬物療法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セルフケア ― 良性のピクピクへの対処法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🛏️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睡眠を確保する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7〜8時間を目安に。睡眠不足は最多の引き金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67128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258568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☕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カフェインを控える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5786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コーヒー・エナジードリンクを一時的に減らす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82696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374136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88720" y="33284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画面から目を休める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6941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1時間に1回、20秒以上遠くを見る（20-20-20ルール）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1430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6928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Mg含む食品を意識する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ナッツ・豆腐・ほうれん草。電解質バランスを整える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167128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258568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69280" y="2212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目薬でドライアイを和らげる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25786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人工涙液を使い、目の表面の刺激を減らす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1〜2週間試しても改善しない場合や頬・口角への広がりがある場合は受診を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こんなときは脳神経内科へ ― 受診のサイン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15568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頬や口角まで引きつりが広がる（片側顔面痙攣の可能性）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755648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645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両目が意思に反して閉じてしまう（眼瞼痙攣の可能性）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395728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痙攣が2週間以上続いて止まらない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35808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口・舌の不随意運動も一緒に出現している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675888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顔の麻痺（動かしにくさ）やしびれを伴う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315968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耳鳴りや難聴を伴う（顔面神経周囲の病変の可能性）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「下まぶただけ・疲れたとき限定」なら過度な心配は不要。広がる・止まらない・閉じるは要受診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「顔の動きの異常」は脳神経内科の専門領域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まぶたのピクピクに気づいたら、まず脳神経内科へ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「精神科では？」と思われがちですが、顔面の不随意運動・痙攣は脳神経内科の得意領域です。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顔面神経・大脳基底核・脳幹などの評価から、ボツリヌス治療まで一貫して対応できます。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411480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こんな一言で受診しやすい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「最近まぶたがずっとピクピクしている」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「頬まで広がってきた気がする」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「目が自然に閉じてしまうことがある」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46888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2468880"/>
            <a:ext cx="41148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468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診察で行われる検査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971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問診（症状のパターン・誘因）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神経学的診察（顔面神経の評価）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必要に応じてMRI・筋電図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430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日常的な「まぶたのピクピク」の大多数は眼瞼ミオキミア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疲労・カフェイン・ストレスが引き金で自然に治る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19659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頬や口角へ広がる → 片側顔面痙攣を疑う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自然消失しないため脳神経内科へ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06324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2926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両目が意思に反して閉じる → 眼瞼痙攣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ボツリヌス毒素注射が有効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02336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886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口・舌の不随意運動も伴う → マイジュ症候群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「広がる・止まらない・閉じる」が受診のサイン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4663440"/>
            <a:ext cx="5486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  ｜  チャンネル登録よろしくお願いします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目がピクピクする ― 放置していいのか？ まぶたの痙攣を脳神経内科医が解説</dc:title>
  <dc:subject>PptxGenJS Presentation</dc:subject>
  <dc:creator>今村久司</dc:creator>
  <cp:lastModifiedBy>今村久司</cp:lastModifiedBy>
  <cp:revision>1</cp:revision>
  <dcterms:created xsi:type="dcterms:W3CDTF">2026-04-02T02:30:24Z</dcterms:created>
  <dcterms:modified xsi:type="dcterms:W3CDTF">2026-04-02T02:30:24Z</dcterms:modified>
</cp:coreProperties>
</file>