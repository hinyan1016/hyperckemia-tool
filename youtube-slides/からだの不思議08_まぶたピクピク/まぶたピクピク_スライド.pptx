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脳神経内科医が答える からだの不思議 #08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目がピクピクする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― 放置していいのか？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― まぶたのピクピクの正体とその見分け方 ―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43200" y="3383280"/>
            <a:ext cx="3657600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  今村久司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脳神経内科専門医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こんな経験ありませんか？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14400" y="1097280"/>
            <a:ext cx="7315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118872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「残業続きの週に、下まぶたがピクピクし始めた」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2331720"/>
            <a:ext cx="7315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242316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「コーヒーをたくさん飲んだ日に症状が出やすい」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7315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188720" y="36576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「まぶたがピクピクする ― 脳に異常があるのでは？」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ほぼ全員が一生に一度は経験するありふれた現象 ― でも心配なケースも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眼瞼ミオキミア（Eyelid Myokymia）とは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43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Eyelid Myokymia（眼瞼ミオキミア）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眼輪筋の一部が自発的に不規則な電気信号を発して収縮する現象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2834640"/>
            <a:ext cx="1554480" cy="1371600"/>
          </a:xfrm>
          <a:prstGeom prst="roundRect">
            <a:avLst>
              <a:gd name="adj" fmla="val 5333"/>
            </a:avLst>
          </a:prstGeom>
          <a:solidFill>
            <a:srgbClr val="DC35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2834640"/>
            <a:ext cx="15544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睡眠不足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疲労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993392" y="2834640"/>
            <a:ext cx="1554480" cy="1371600"/>
          </a:xfrm>
          <a:prstGeom prst="roundRect">
            <a:avLst>
              <a:gd name="adj" fmla="val 5333"/>
            </a:avLst>
          </a:prstGeom>
          <a:solidFill>
            <a:srgbClr val="E8850C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93392" y="2834640"/>
            <a:ext cx="15544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カフェイン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過多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712464" y="2834640"/>
            <a:ext cx="1554480" cy="1371600"/>
          </a:xfrm>
          <a:prstGeom prst="roundRect">
            <a:avLst>
              <a:gd name="adj" fmla="val 5333"/>
            </a:avLst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12464" y="2834640"/>
            <a:ext cx="15544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ストレス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緊張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31536" y="2834640"/>
            <a:ext cx="1554480" cy="1371600"/>
          </a:xfrm>
          <a:prstGeom prst="roundRect">
            <a:avLst>
              <a:gd name="adj" fmla="val 5333"/>
            </a:avLst>
          </a:prstGeom>
          <a:solidFill>
            <a:srgbClr val="4A90D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31536" y="2834640"/>
            <a:ext cx="15544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スクリーン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疲労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50608" y="2834640"/>
            <a:ext cx="1554480" cy="1371600"/>
          </a:xfrm>
          <a:prstGeom prst="roundRect">
            <a:avLst>
              <a:gd name="adj" fmla="val 5333"/>
            </a:avLst>
          </a:prstGeom>
          <a:solidFill>
            <a:srgbClr val="28A7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50608" y="2834640"/>
            <a:ext cx="15544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ドライアイ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アルコール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主な引き金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下まぶた・片目のみ・細かいピクピク・引き金解消で数日以内に自然消失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メカニズム ― なぜ疲れるとピクピクするのか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097280"/>
            <a:ext cx="20116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234440"/>
            <a:ext cx="731520" cy="73152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疲労・睡眠不足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カフェイン・Mg不足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23160" y="1097280"/>
            <a:ext cx="20116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63240" y="1234440"/>
            <a:ext cx="731520" cy="73152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0" name="Text 8"/>
          <p:cNvSpPr/>
          <p:nvPr/>
        </p:nvSpPr>
        <p:spPr>
          <a:xfrm>
            <a:off x="306324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514600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神経・筋肉の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静止電位が不安定に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20116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0" y="1234440"/>
            <a:ext cx="731520" cy="73152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54880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わずかな刺激で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自発放電が起きやすくなる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03720" y="1097280"/>
            <a:ext cx="20116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43800" y="1234440"/>
            <a:ext cx="731520" cy="731520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995160" y="2103120"/>
            <a:ext cx="182880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指令なしに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眼輪筋がピクッと収縮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031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3434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5836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6576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核心メッセージ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4114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ピクピクは「筋肉の誤作動」 ― 疲労などで静止電位が不安定になっているだけ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原因を取り除けば自然に落ち着く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良性と病的なピクピクの比較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73736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1005840"/>
            <a:ext cx="3200400" cy="50292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6" name="Shape 4"/>
          <p:cNvSpPr/>
          <p:nvPr/>
        </p:nvSpPr>
        <p:spPr>
          <a:xfrm>
            <a:off x="5212080" y="1005840"/>
            <a:ext cx="3657600" cy="5029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項目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0" y="10058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良性（眼瞼ミオキミア）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12080" y="1005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要注意（病的なもの）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508760"/>
            <a:ext cx="8595360" cy="69494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508760"/>
            <a:ext cx="173736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左右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11680" y="1508760"/>
            <a:ext cx="32004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片目のみ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片目→顔半側に広がる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または両目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203704"/>
            <a:ext cx="859536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2203704"/>
            <a:ext cx="173736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部位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11680" y="2203704"/>
            <a:ext cx="32004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下まぶた中心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限局的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2203704"/>
            <a:ext cx="36576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頬・口角・まぶた全体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898648"/>
            <a:ext cx="8595360" cy="69494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2898648"/>
            <a:ext cx="173736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動き方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11680" y="28986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細かくピクピク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（不規則）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12080" y="2898648"/>
            <a:ext cx="36576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顔が引きつる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目がギュッと閉じる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93592"/>
            <a:ext cx="859536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593592"/>
            <a:ext cx="173736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持続時間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11680" y="35935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数秒〜数分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断続的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0" y="3593592"/>
            <a:ext cx="36576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持続的・発作的に繰り返す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4288536"/>
            <a:ext cx="8595360" cy="69494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4288536"/>
            <a:ext cx="173736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自然経過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011680" y="42885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誘因解消で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数日以内に消失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12080" y="4288536"/>
            <a:ext cx="3657600" cy="694944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徐々に悪化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自然消失しない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放置してはいけない3つの病態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" cy="8229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63040" y="105156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片側顔面痙攣  Hemifacial spasm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14630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まぶたから始まり同側の頬・口角へ広がる。顔面神経が動脈で圧迫されることで発症。自然消失しない。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417320"/>
            <a:ext cx="2011680" cy="5943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ボツリヌス毒素注射 / 微小血管減圧術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331720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514600"/>
            <a:ext cx="822960" cy="82296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463040" y="2377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眼瞼痙攣  Blepharospasm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27889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両目が意思に反して閉じてしまう。大脳基底核のジストニア。強い光・疲労・ストレスで悪化。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75120" y="2743200"/>
            <a:ext cx="2011680" cy="59436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2743200"/>
            <a:ext cx="201168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ボツリヌス毒素注射（第一選択）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657600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840480"/>
            <a:ext cx="822960" cy="822960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840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463040" y="3703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マイジュ症候群  Meige syndrome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63040" y="41148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眼瞼痙攣＋口・顎・舌の不随意運動を伴う顔面ジストニア。中年以降の女性に多い。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4069080"/>
            <a:ext cx="2011680" cy="5943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069080"/>
            <a:ext cx="201168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ボツリヌス毒素注射＋薬物療法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セルフケア ― 良性のピクピクへの対処法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206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143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🛏️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睡眠を確保する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463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7〜8時間を目安に。睡眠不足は最多の引き金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167128"/>
            <a:ext cx="4206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225856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☕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188720" y="2212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カフェインを控える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コーヒー・エナジードリンクを一時的に減らす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282696"/>
            <a:ext cx="4206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337413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👁️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88720" y="33284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画面から目を休める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36941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1時間に1回、20秒以上遠くを見る（20-20-20ルール）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051560"/>
            <a:ext cx="41148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46320" y="1143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🥗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669280" y="1097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Mg含む食品を意識する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ナッツ・豆腐・ほうれん草。電解質バランスを整える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167128"/>
            <a:ext cx="41148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46320" y="225856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💧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669280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目薬でドライアイを和らげる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669280" y="25786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人工涙液を使い、目の表面の刺激を減らす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1〜2週間試しても改善しない場合や頬・口角への広がりがある場合は受診を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こんなときは脳神経内科へ ― 受診のサイン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115568"/>
            <a:ext cx="329184" cy="329184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15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005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頬や口角まで引きつりが広がる（片側顔面痙攣の可能性）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755648"/>
            <a:ext cx="329184" cy="329184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1645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両目が意思に反して閉じてしまう（眼瞼痙攣の可能性）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395728"/>
            <a:ext cx="329184" cy="329184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95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痙攣が2週間以上続いて止まらない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035808"/>
            <a:ext cx="329184" cy="329184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2926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口・舌の不随意運動も一緒に出現している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675888"/>
            <a:ext cx="329184" cy="329184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675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7280" y="3566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顔の麻痺（動かしにくさ）やしびれを伴う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315968"/>
            <a:ext cx="329184" cy="329184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97280" y="4206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耳鳴りや難聴を伴う（顔面神経周囲の病変の可能性）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709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「下まぶただけ・疲れたとき限定」なら過度な心配は不要。広がる・止まらない・閉じるは要受診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「顔の動きの異常」は脳神経内科の専門領域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まぶたのピクピクに気づいたら、まず脳神経内科へ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62763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「精神科では？」と思われがちですが、顔面の不随意運動・痙攣は脳神経内科の得意領域です。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顔面神経・大脳基底核・脳幹などの評価から、ボツリヌス治療まで一貫して対応できます。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41148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468880"/>
            <a:ext cx="4114800" cy="41148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4688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こんな一言で受診しやすい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●  「最近まぶたがずっとピクピクしている」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520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●  「頬まで広がってきた気がする」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●  「目が自然に閉じてしまうことがある」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2468880"/>
            <a:ext cx="41148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2468880"/>
            <a:ext cx="4114800" cy="41148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4688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診察で行われる検査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29718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●  問診（症状のパターン・誘因）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3520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●  神経学的診察（顔面神経の評価）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●  必要に応じてMRI・筋電図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Home Message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243B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143000"/>
            <a:ext cx="548640" cy="5486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10058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日常的な「まぶたのピクピク」の大多数は眼瞼ミオキミア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疲労・カフェイン・ストレスが引き金で自然に治る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243B5C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103120"/>
            <a:ext cx="548640" cy="5486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19659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頬や口角へ広がる → 片側顔面痙攣を疑う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自然消失しないため脳神経内科へ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243B5C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063240"/>
            <a:ext cx="548640" cy="5486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063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29260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両目が意思に反して閉じる → 眼瞼痙攣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ボツリヌス毒素注射が有効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8620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243B5C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4023360"/>
            <a:ext cx="548640" cy="5486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45920" y="3886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口・舌の不随意運動も伴う → マイジュ症候群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「広がる・止まらない・閉じる」が受診のサイン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828800" y="4663440"/>
            <a:ext cx="5486400" cy="0"/>
          </a:xfrm>
          <a:prstGeom prst="line">
            <a:avLst/>
          </a:prstGeom>
          <a:noFill/>
          <a:ln w="12700">
            <a:solidFill>
              <a:srgbClr val="4A9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  今村久司  ｜  チャンネル登録よろしくお願いします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10/10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目がピクピクする ― 放置していいのか？ まぶたの痙攣を脳神経内科医が解説</dc:title>
  <dc:subject>PptxGenJS Presentation</dc:subject>
  <dc:creator>今村久司</dc:creator>
  <cp:lastModifiedBy>今村久司</cp:lastModifiedBy>
  <cp:revision>1</cp:revision>
  <dcterms:created xsi:type="dcterms:W3CDTF">2026-04-07T00:27:18Z</dcterms:created>
  <dcterms:modified xsi:type="dcterms:W3CDTF">2026-04-07T00:27:18Z</dcterms:modified>
</cp:coreProperties>
</file>