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🖐️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手足がしびれる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68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受診すべき科と原因の見分け方を</a:t>
            </a:r>
            <a:endParaRPr lang="en-US" sz="2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脳神経内科医が解説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その症状、大丈夫？ #10（最終回）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こんな経験、ありませんか？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🖐️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051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朝起きたら手がしびれている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19072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64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🦶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1764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足の裏にジンジンする感覚が続く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32304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780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247802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指先の感覚が鈍い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145536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45536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912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63040" y="319125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正座をしていないのに足がしびれる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58768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044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463040" y="39044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手がしびれて物を落としやすくなった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しびれの正体 ― 3つのタイプ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🤚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感覚低下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0" y="1097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触った感覚が鈍い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温度がわかりにくい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109728" cy="9601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37160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異常感覚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2240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ジンジン・ピリピリ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チクチクした不快な感覚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91840"/>
            <a:ext cx="109728" cy="9601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💪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37160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運動麻痺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840480" y="3383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力が入りにくい・動かしにくい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「しびれる」と表現することがある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受診時に「どのタイプのしびれか」を伝えると原因特定の大きな手がかりに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しびれの原因 ― どこが問題？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005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1051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60320" y="1051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片側の手足がしびれる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脳卒中・脳腫瘍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9456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31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🦴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71600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脊髄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60320" y="2240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両手や両足がしびれる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＋歩行障害・巧緻運動障害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6032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頚椎症性脊髄症・脊髄腫瘍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脳神経内科・整形外科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83280"/>
            <a:ext cx="109728" cy="10058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20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371600" y="3429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末梢神経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560320" y="3429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手袋・靴下の範囲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特定の指だけ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560320" y="3931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糖尿病性神経障害・手根管症候群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しびれの原因 ― 心配度で分類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12648"/>
          </a:xfrm>
          <a:prstGeom prst="rect">
            <a:avLst>
              <a:gd name="adj" fmla="val 14925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612648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軽度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一時的な血行不良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63440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正座や腕枕。姿勢を変えればすぐ改善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612648"/>
          </a:xfrm>
          <a:prstGeom prst="rect">
            <a:avLst>
              <a:gd name="adj" fmla="val 14925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37360"/>
            <a:ext cx="109728" cy="612648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83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要注意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手根管症候群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親指〜薬指のしびれ。夜間〜朝に悪化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612648"/>
          </a:xfrm>
          <a:prstGeom prst="rect">
            <a:avLst>
              <a:gd name="adj" fmla="val 14925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68880"/>
            <a:ext cx="109728" cy="612648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要注意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2880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糖尿病性神経障害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63440" y="2514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足先から手袋靴下型に広がる。患者の約半数に合併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612648"/>
          </a:xfrm>
          <a:prstGeom prst="rect">
            <a:avLst>
              <a:gd name="adj" fmla="val 14925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00400"/>
            <a:ext cx="109728" cy="612648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要注意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2880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ビタミンB12欠乏症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63440" y="3246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両足のしびれ＋歩行障害。菜食・胃手術後に多い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612648"/>
          </a:xfrm>
          <a:prstGeom prst="rect">
            <a:avLst>
              <a:gd name="adj" fmla="val 1492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31920"/>
            <a:ext cx="109728" cy="612648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77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緊急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82880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63440" y="3977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突然の片側のしびれ。ろれつ障害・脱力を伴う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見逃されやすい原因 ― 末梢神経障害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7772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糖尿病性神経障害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足先から始まり徐々に上がる「手袋靴下型」。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糖尿病患者の約半数に合併。早期の血糖管理が重要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109728" cy="7772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116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🤚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8016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手根管症候群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夜間〜朝に手がしびれ、振ると楽になる。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親指〜薬指の半分がしびれるのが典型的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34640"/>
            <a:ext cx="109728" cy="7772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260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🦠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80160" y="2880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ギラン・バレー症候群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280160" y="3200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感染症の後に急速に四肢のしびれと脱力が進行。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入院治療が必要な緊急疾患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49040"/>
            <a:ext cx="109728" cy="777240"/>
          </a:xfrm>
          <a:prstGeom prst="rect">
            <a:avLst>
              <a:gd name="adj" fmla="val 41667"/>
            </a:avLst>
          </a:prstGeom>
          <a:solidFill>
            <a:srgbClr val="7B2D8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404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💊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28016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2D8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ビタミンB12欠乏症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80160" y="4114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菜食主義者や胃の手術後に多い。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両足のしびれから始まり歩行障害に進行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自分でできるチェック ― しびれの分布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🗺️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しびれの分布を確認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103120" y="1508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片側だけ→脳 / 手袋靴下型→末梢神経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両手＋歩行障害→脊髄 / 特定の指→絞扼性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40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🕐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0312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いつ悪化するかを確認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103120" y="2651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夜間〜朝→手根管症候群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長く歩くと悪化→脊柱管狭窄症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83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37160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10312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しびれ以外の症状を確認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2103120" y="3794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脱力→神経障害の進行 / 歩行障害→脊髄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足の傷が治りにくい→糖尿病性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こんな場合はすぐ受診 ― 危険なサイン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突然の片側のしびれ＋ろれつ障害・脱力（脳卒中の可能性）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64792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10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🦴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181051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両手のしびれ＋歩行障害の進行（頚椎症性脊髄症・脊髄腫瘍）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78024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237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🦠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25237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感染後に急速にしびれと脱力が広がる（ギラン・バレー症候群）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91256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369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1600" y="323697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しびれ＋排尿障害がある（脊髄の圧迫）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04488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502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🩹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395020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足のしびれ＋傷が治りにくい（糖尿病性神経障害の進行）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4572000"/>
            <a:ext cx="7315200" cy="182880"/>
          </a:xfrm>
          <a:prstGeom prst="rect">
            <a:avLst>
              <a:gd name="adj" fmla="val 50000"/>
            </a:avLst>
          </a:prstGeom>
          <a:solidFill>
            <a:srgbClr val="DC35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受診の目安 ― 緊急度3段階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すぐ受診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突然の片側のしびれ＋ろれつ・脱力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急速にしびれと脱力が広がっている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脳卒中・ギラン・バレー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→119番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早めに受診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数週間以上続くしびれ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巧緻運動障害・歩行障害を伴う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しびれの範囲が広がっている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脳神経内科で原因精査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神経伝導検査・MRI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様子見OK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正座や腕枕の後の一時的なしびれ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姿勢を変えればすぐ改善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繰り返さなければ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心配不要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しびれを調べる検査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33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0332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神経伝導検査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0" y="1033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末梢神経の伝導速度を測定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手根管症候群・末梢神経障害の診断に最重要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09928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🦴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1783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頚椎MRI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192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脊髄の圧迫を評価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2075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両手のしびれ・歩行障害に必須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59736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59736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328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25328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頭部MRI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931920" y="2532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脳卒中・脳腫瘍の評価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31920" y="28254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突然の片側のしびれに必須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09544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09544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8269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🩸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80160" y="32826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血液検査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31920" y="32826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糖尿病・ビタミンB12・甲状腺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35753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末梢神経障害の原因検索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959352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959352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325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40325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筋電図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931920" y="40325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筋肉の電気活動を記録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31920" y="4325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末梢神経障害の程度評価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よくある質問 Q&amp;A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しびれは何科に行けばいいですか？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まず脳神経内科をおすすめします。脳・脊髄・末梢神経のすべてを診る科で、原因がどこにあるか総合的に判断できます。必要に応じて整形外科等に紹介します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4028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86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286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糖尿病のしびれは治りますか？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743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早期なら血糖コントロール改善で進行を抑えられます。進行した神経障害は回復しにくいため、早期発見・早期治療が重要です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7472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手根管症候群は手術が必要ですか？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軽度なら手首の安静やスプリント装着で改善することがあります。筋萎縮が進んでいる場合は手術を検討します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手足がしびれたら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しびれの分布パターンが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原因を示唆する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片側→脳 / 手袋靴下型→末梢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両手＋歩行障害→脊髄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突然の片側のしびれは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脳卒中の可能性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0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ろれつ障害・脱力を伴う場合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すぐに119番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しびれは脳神経内科が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総合的に診断できる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脳・脊髄・末梢神経の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どこが問題かを判断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シリーズ全10回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0" y="155448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チャンネル登録・高評価よろしくお願いします！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#01 手のふるえ  #02 ろれつ  #03 脱力  #04 顔のピクつき  #05 足がつる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#06 自律神経  #07 複視  #08 嚥下障害  #09 首の痛み  #10 しびれ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🔗 ブログ記事で詳しく読む（概要欄にリンク）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🔍 セルフチェックツール（概要欄にリンク）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【その症状、大丈夫？#10】手足がしびれる ― 受診すべき科</dc:title>
  <dc:subject>PptxGenJS Presentation</dc:subject>
  <dc:creator>今村久司</dc:creator>
  <cp:lastModifiedBy>今村久司</cp:lastModifiedBy>
  <cp:revision>1</cp:revision>
  <dcterms:created xsi:type="dcterms:W3CDTF">2026-04-13T07:12:12Z</dcterms:created>
  <dcterms:modified xsi:type="dcterms:W3CDTF">2026-04-13T07:12:12Z</dcterms:modified>
</cp:coreProperties>
</file>