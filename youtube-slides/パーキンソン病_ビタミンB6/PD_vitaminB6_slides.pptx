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パーキンソン病患者の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ビタミンB6管理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レボドパ/カルビドパ時代に「避ける」ではなく「評価して補う」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　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2026年FDA警告を踏まえた実臨床アプローチ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今日のテーマ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ビタミンB6はレボドパ患者で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「避けるべき」？それとも「補うべき」？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 レボドパ単剤 vs 配合剤で考え方が違う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74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 2026年FDA警告：B6欠乏と発作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977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📈  B6欠乏の頻度とリスク因子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480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 実臨床でいつ測り、いつ補うか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なぜ混乱するのか？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話①：B6が「多すぎる」と困る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レボドパ単剤の話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B6が末梢でのレボドパ→ドパミン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変換を促進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脳に届く量が減る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古典的相互作用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PMDA電子添文 / 2017年SR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話②：B6が「足りなくなる」と困る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レボドパ/カルビドパ合剤の話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カルビドパがPLPに結合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レボドパ代謝でB6消費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機能的B6欠乏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2026年FDA警告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末梢神経障害・貧血・発作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レボドパ単剤とビタミンB6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PMDA電子添文：ピリドキシンが末梢での脱炭酸化を促進→作用減弱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2017年 系統的レビュー（J-STAGE）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 ≥ 50 mg/日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薬効低下の可能性高い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通常の食事由来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大きな問題になりにくい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注意すべきは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サプリ・市販薬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レボドパ/カルビドパ合剤では？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SINEMET添付文書（米国）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カルビドパはB6によるレボドパ減弱を抑える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B6補充中の患者にも投与可能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日本のメネシット添付文書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相互作用欄にビタミンB6の記載なし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B6欠乏・発作の記載もなし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日本の臨床でこの問題が見落とされやすい背景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B6欠乏のエビデンス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Modica et al. J Neurol Sci 2023 ― 系統的レビュー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PD患者145例中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60例でB6異常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LCIGでの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B6低値率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30.1%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経口L/Cでの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B6低値率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低B6の報告のほぼ全例でレボドパ 1,000 mg/日以上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追加エビデンス：2020・2024・2025年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Rojo-Sebastián 2020（24例）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経腸投与：6/6例 (100%)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経口投与：13/18例 (72%)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B6低値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Ikenaka 2024 大阪大（72+31例）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PD患者でB6有意に低値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AST/ALT低下がB6低値を反映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モニタリング指標に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841248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200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Déry 2024 横断的観察研究（50例、経口LD ≥600 mg/日）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7例 (14%) にB6欠乏　/　B6低値 ↔ レボドパ量・末梢神経障害重症度が相関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B12・葉酸・ホモシステインは末梢神経障害と無関連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2026年3月 FDA安全性警告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カルビドパ/レボドパ含有製剤に、B6欠乏と関連発作の警告追加を要求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214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確認された発作例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21031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214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78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全例のレボドパ用量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78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&gt;1,000 mg/日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358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発症までの期間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0358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23～132か月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30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4930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焦点起始 → 二次性全般化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502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B6補充後の転帰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3931920"/>
            <a:ext cx="411480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9502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9例全例で発作消失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074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死亡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4074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2例（低B6 + 難治発作）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抗てんかん薬に反応しない → B6で消失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Nathan 2025 症例報告 (Neurohospitalist)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カルビドパ/レボドパ増量後に新規発作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複数の抗てんかん薬に反応せず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ピリドキシン補充で発作消失、全ASM離脱可能に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臨床的意義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PD患者の新規発作 = 構造病変だけではない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B6欠乏による急性症候性発作も鑑別に！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実臨床で誰にB6を測るべきか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 レボドパ/CD 高用量（&gt;1,000 mg/日）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 LCIG（経腸投与）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🍽️  体重減少・食事摂取低下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 末梢神経障害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🩸  原因不明の貧血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 新規発作・てんかん重積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🧠  原因不明の抑うつ・錯乱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FDA推奨：開始前 + 治療中定期的に評価、必要時補充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補充すべきか、避けるべきか ― 製剤で分ける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097280"/>
            <a:ext cx="29260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B6の考え方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9260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実務対応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2743200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レボドパ単剤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1554480"/>
            <a:ext cx="292608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B6で薬効減弱の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可能性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92608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高用量B6サプリに注意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通常食事は問題なし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2743200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L/C合剤（経口）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17520" y="2468880"/>
            <a:ext cx="29260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長期・高用量で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B6欠乏リスク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0" y="2468880"/>
            <a:ext cx="29260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食事制限不要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欠乏疑いで測定・補充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2743200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LCIG（経腸投与）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3383280"/>
            <a:ext cx="292608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B6欠乏リスク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最も高い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0" y="3383280"/>
            <a:ext cx="292608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定期モニタリング推奨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予防的B補充も考慮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「B6は敵か味方か」ではなく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「どの製剤で、どの場面か」を分ける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レボドパ単剤 = B6相互作用の相手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レボドパ/カルビドパ合剤 = B6欠乏を見落とさない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6576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2026年FDA警告を踏まえ、B6管理は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「禁止」から「層別化して測定・必要時補充」へ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　今村久司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パーキンソン病患者のビタ���ンB6管理</dc:title>
  <dc:subject>PptxGenJS Presentation</dc:subject>
  <dc:creator>今村久司</dc:creator>
  <cp:lastModifiedBy>今村久司</cp:lastModifiedBy>
  <cp:revision>1</cp:revision>
  <dcterms:created xsi:type="dcterms:W3CDTF">2026-04-03T23:16:12Z</dcterms:created>
  <dcterms:modified xsi:type="dcterms:W3CDTF">2026-04-03T23:16:12Z</dcterms:modified>
</cp:coreProperties>
</file>