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2026年 FDA警告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パーキンソン病と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ビタミンB6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「避ける」から「評価して補う」へ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発作・末梢神経障害・貧血 ― B6欠乏が原因かも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C354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2026-04-03T23:16:33Z</dcterms:created>
  <dcterms:modified xsi:type="dcterms:W3CDTF">2026-04-03T23:16:33Z</dcterms:modified>
</cp:coreProperties>
</file>