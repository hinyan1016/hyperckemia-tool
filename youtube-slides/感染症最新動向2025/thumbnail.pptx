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Shape 2"/>
          <p:cNvSpPr/>
          <p:nvPr/>
        </p:nvSpPr>
        <p:spPr>
          <a:xfrm rot="-480000">
            <a:off x="5029200" y="274320"/>
            <a:ext cx="4572000" cy="822960"/>
          </a:xfrm>
          <a:prstGeom prst="rect">
            <a:avLst>
              <a:gd name="adj" fmla="val 11111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 rot="-480000">
            <a:off x="5486400" y="1280160"/>
            <a:ext cx="4114800" cy="640080"/>
          </a:xfrm>
          <a:prstGeom prst="rect">
            <a:avLst>
              <a:gd name="adj" fmla="val 14286"/>
            </a:avLst>
          </a:prstGeom>
          <a:solidFill>
            <a:srgbClr val="1A3550"/>
          </a:solidFill>
          <a:ln/>
        </p:spPr>
      </p:sp>
      <p:sp>
        <p:nvSpPr>
          <p:cNvPr id="6" name="Shape 4"/>
          <p:cNvSpPr/>
          <p:nvPr/>
        </p:nvSpPr>
        <p:spPr>
          <a:xfrm rot="-480000">
            <a:off x="5943600" y="2194560"/>
            <a:ext cx="3657600" cy="457200"/>
          </a:xfrm>
          <a:prstGeom prst="rect">
            <a:avLst>
              <a:gd name="adj" fmla="val 20000"/>
            </a:avLst>
          </a:prstGeom>
          <a:solidFill>
            <a:srgbClr val="162D45"/>
          </a:solidFill>
          <a:ln/>
        </p:spPr>
      </p:sp>
      <p:sp>
        <p:nvSpPr>
          <p:cNvPr id="7" name="Shape 5"/>
          <p:cNvSpPr/>
          <p:nvPr/>
        </p:nvSpPr>
        <p:spPr>
          <a:xfrm rot="300000">
            <a:off x="7498080" y="274320"/>
            <a:ext cx="1371600" cy="1371600"/>
          </a:xfrm>
          <a:prstGeom prst="rect">
            <a:avLst>
              <a:gd name="adj" fmla="val 10000"/>
            </a:avLst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 rot="300000">
            <a:off x="7498080" y="274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FFFFFF"/>
                </a:solidFill>
              </a:rPr>
              <a:t>⚠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7200" y="365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感染症の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最新動向 2025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6858000" cy="640080"/>
          </a:xfrm>
          <a:prstGeom prst="rect">
            <a:avLst>
              <a:gd name="adj" fmla="val 7143"/>
            </a:avLst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医療従事者が今知るべき8つの脅威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1828800" cy="502920"/>
          </a:xfrm>
          <a:prstGeom prst="rect">
            <a:avLst>
              <a:gd name="adj" fmla="val 14545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H5N1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468880" y="3383280"/>
            <a:ext cx="1828800" cy="502920"/>
          </a:xfrm>
          <a:prstGeom prst="rect">
            <a:avLst>
              <a:gd name="adj" fmla="val 14545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AMR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480560" y="3383280"/>
            <a:ext cx="1828800" cy="502920"/>
          </a:xfrm>
          <a:prstGeom prst="rect">
            <a:avLst>
              <a:gd name="adj" fmla="val 14545"/>
            </a:avLst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梅毒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92240" y="3383280"/>
            <a:ext cx="1828800" cy="502920"/>
          </a:xfrm>
          <a:prstGeom prst="rect">
            <a:avLst>
              <a:gd name="adj" fmla="val 14545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マイコプラズマ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1828800" cy="502920"/>
          </a:xfrm>
          <a:prstGeom prst="rect">
            <a:avLst>
              <a:gd name="adj" fmla="val 14545"/>
            </a:avLst>
          </a:prstGeom>
          <a:solidFill>
            <a:srgbClr val="1A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COVID変異株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468880" y="4023360"/>
            <a:ext cx="1828800" cy="502920"/>
          </a:xfrm>
          <a:prstGeom prst="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麻疹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480560" y="4023360"/>
            <a:ext cx="1828800" cy="502920"/>
          </a:xfrm>
          <a:prstGeom prst="rect">
            <a:avLst>
              <a:gd name="adj" fmla="val 14545"/>
            </a:avLst>
          </a:prstGeom>
          <a:solidFill>
            <a:srgbClr val="2980B9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mpox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492240" y="4023360"/>
            <a:ext cx="1828800" cy="502920"/>
          </a:xfrm>
          <a:prstGeom prst="rect">
            <a:avLst>
              <a:gd name="adj" fmla="val 14545"/>
            </a:avLst>
          </a:prstGeom>
          <a:solidFill>
            <a:srgbClr val="D354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iGAS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Immunity Debt × グローバル化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C354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2026-03-29T14:44:42Z</dcterms:created>
  <dcterms:modified xsi:type="dcterms:W3CDTF">2026-03-29T14:44:42Z</dcterms:modified>
</cp:coreProperties>
</file>