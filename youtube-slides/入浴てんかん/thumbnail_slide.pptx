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🛁⚡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お風呂で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意識を失う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1828800" y="2880360"/>
            <a:ext cx="54864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0896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08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入浴てんかんとは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91840" y="310896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3108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失神との見分け方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26480" y="310896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3108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7つの安全対策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4320" y="3886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ヒートショック？失神？それとも…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2026-04-13T21:39:09Z</dcterms:created>
  <dcterms:modified xsi:type="dcterms:W3CDTF">2026-04-13T21:39:09Z</dcterms:modified>
</cp:coreProperties>
</file>