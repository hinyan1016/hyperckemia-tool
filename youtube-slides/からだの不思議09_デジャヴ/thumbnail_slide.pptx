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デジャヴの正体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脳科学で解明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3つの仮説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海馬の謎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病的デジャヴとは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2026-04-02T02:30:42Z</dcterms:created>
  <dcterms:modified xsi:type="dcterms:W3CDTF">2026-04-02T02:30:42Z</dcterms:modified>
</cp:coreProperties>
</file>