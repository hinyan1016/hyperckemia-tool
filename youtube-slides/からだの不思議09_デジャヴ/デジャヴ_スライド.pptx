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デジャヴの正体を</a:t>
            </a:r>
            <a:endParaRPr lang="en-US" sz="3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神経科学で解説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「既視感」はなぜ起きるのか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88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「初めて来た場所なのに、なぜか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『ここに来たことがある』と感じた」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23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「初対面の人なのに、どこかで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会ったことがある気がした」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6576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「これから何が起きるか、知っている気がした……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でも実際には初めてのはずなのに」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健康な人の 60〜80% が生涯に一度は経験する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デジャヴとは ― 定義と特徴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déjà vu（デジャヴ）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フランス語で「既に見た」。Brown（2004）の定義：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「以前に経験したという感覚を伴うが、いつ・どこで・どのように経験したかは思い出せない現象」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数秒〜十数秒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メタ認知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「錯覚だ」と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わかる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有病率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生涯60〜80%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幻覚との違い：デジャヴ中も「これは錯覚だ」という自己認識（メタ認知）は保たれる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デジャヴの神経科学 ― 3つの有力仮説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834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97280"/>
            <a:ext cx="283464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6916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二重処理理論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Dual-Processing Theory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符号化とファミリアリティ評価の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「わずかなズレ」が原因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834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83464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54680" y="1097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パターン補完理論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Hologram / Pattern-Completion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28346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過去の記憶断片と現在の情報が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一致 → 記憶全体を誤って引き出す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834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97280"/>
            <a:ext cx="283464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691640"/>
            <a:ext cx="548640" cy="5486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26480" y="1097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記憶回路ミスマッチ説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MTL Circuit Mismatch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8346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海馬・嗅内皮質の入力経路と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記憶評価回路のタイムラグ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共通点：内側側頭葉（海馬・嗅内皮質）の記憶評価システムの一時的な誤作動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二重処理理論（Dual-Processing Theory）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通常：符号化（エンコード）とファミリアリティ評価は「同時」に行われる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疲労・注意散漫・ストレス時 → 無意識の処理が先行し、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意識的知覚が「追いついた」ときに脳が「処理済み＝既知」と誤認する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無意識の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情報処理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3160" y="26974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E7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06040" y="25603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わずかな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タイムラグ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E72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意識的な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知覚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6974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6E72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20840" y="25603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「既知」と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誤判定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109728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誘発しやすい状況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睡眠不足・過労・強いストレス・注意散漫な状態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記憶評価の同期が崩れやすくなる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&amp; ③ 海馬と内側側頭葉の役割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嗅内皮質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感覚情報の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「関門」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大脳皮質→海馬へ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パターン補完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記憶の新旧判断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全体記憶の復元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海馬CA1野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新旧判断の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最終チェック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誤判定でデジャヴ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1737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90D9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60720" y="1737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A90D9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パターン補完とデジャヴ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現在の場面の断片 + 過去の記憶断片が類似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海馬が過去の記憶全体を補完・引き出す → 「知っている」という感覚が生まれる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誰に・いつ起きやすいか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960120"/>
            <a:ext cx="65836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960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17320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649224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15〜25歳でもっとも頻繁。加齢とともに減少し、高齢者では半分以下に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30552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疲労・ストレス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130552"/>
            <a:ext cx="649224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睡眠不足・過労・強いストレス下で起きやすい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43784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43784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旅行・新環境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843784"/>
            <a:ext cx="649224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未知の環境・初めての場所への曝露が多いほど頻度が高い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557016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想像力・感受性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557016"/>
            <a:ext cx="649224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想像力が豊かで感受性の高い人で経験頻度が高い傾向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270248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270248"/>
            <a:ext cx="20116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メディア視聴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4270248"/>
            <a:ext cx="649224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フィクションに多く触れる人でやや頻度が高い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こんなデジャヴは要注意 ― 側頭葉てんかん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側頭葉てんかんの一部では、発作の「前兆（オーラ）」としてデジャヴが起こる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てんかん放電が内側側頭葉（海馬・嗅内皮質）を巻き込み、記憶評価回路を異常活性化させるため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医師への相談が必要なサイン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228600" cy="2286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786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頻度が急に増えた（年数回→週・毎日）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228600" cy="2286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900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デジャヴ後に意識がぼんやり、手足がピクつく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228600" cy="2286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015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腹部の不快感・上腹感覚・口をモグモグする動作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228600" cy="2286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13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デジャヴ中に時間感覚がなくなり、数分間の記憶が抜ける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228600" cy="2286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245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明らかな誘因なく一定パターンで繰り返す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健康なデジャヴ vs 要注意のデジャヴ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45920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960120"/>
            <a:ext cx="3383280" cy="47548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Shape 4"/>
          <p:cNvSpPr/>
          <p:nvPr/>
        </p:nvSpPr>
        <p:spPr>
          <a:xfrm>
            <a:off x="5303520" y="960120"/>
            <a:ext cx="3566160" cy="47548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健康なデジャヴ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9601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要注意のデジャヴ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35608"/>
            <a:ext cx="16459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4356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月に数回以下、不規則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4356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週に何度も、あるいは毎日繰り返す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148840"/>
            <a:ext cx="16459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随伴症状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1488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2148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腹部不快感・自動症（口・手の反復動作）・意識減損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62072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62072"/>
            <a:ext cx="16459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862072"/>
            <a:ext cx="338328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数秒〜十数秒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28620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数十秒〜数分（記憶が抜けることも）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75304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575304"/>
            <a:ext cx="16459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メタ認知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575304"/>
            <a:ext cx="338328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「錯覚だ」とわかる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575304"/>
            <a:ext cx="356616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発作中は気づけないことがある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288536"/>
            <a:ext cx="8595360" cy="71323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288536"/>
            <a:ext cx="164592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4288536"/>
            <a:ext cx="338328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疲労・旅行など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42885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明らかな誘因なく一定パターンで繰り返す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430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デジャヴは健康な人の60〜80%が経験する正常な現象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脳の記憶処理システムの一時的な誤作動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9659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主な原因は内側側頭葉（海馬・嗅内皮質）の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記憶評価と入力情報のミスマッチ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0632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9260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15〜25歳に多く、疲労・旅行・ストレスで起きやすい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頻度の急増・随伴症状（意識減損・自動症）がある場合は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側頭葉てんかんの可能性 → 脳神経内科へ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466344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|  チャンネル登録よろしくお願いします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デジャヴの正体を神経科学で解説 ― 脳神経内科医が答えるからだの不思議 #09</dc:title>
  <dc:subject>PptxGenJS Presentation</dc:subject>
  <dc:creator>今村久司</dc:creator>
  <cp:lastModifiedBy>今村久司</cp:lastModifiedBy>
  <cp:revision>1</cp:revision>
  <dcterms:created xsi:type="dcterms:W3CDTF">2026-04-02T02:30:45Z</dcterms:created>
  <dcterms:modified xsi:type="dcterms:W3CDTF">2026-04-02T02:30:45Z</dcterms:modified>
</cp:coreProperties>
</file>