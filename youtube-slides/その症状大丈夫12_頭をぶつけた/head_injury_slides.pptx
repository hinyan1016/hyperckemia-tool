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🤕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頭をぶつけた後</a:t>
            </a:r>
            <a:endParaRPr lang="en-US" sz="4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病院に行くべき？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6517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経過観察のチェックポイントを</a:t>
            </a:r>
            <a:endParaRPr lang="en-US" sz="2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脳神経内科医が解説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その症状、大丈夫？ #12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～脳神経内科医がAIで紡ぐ最新医療情報～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こんな経験、ありませんか？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🚪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10515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棚の角に頭をぶつけた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19072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76479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🧒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176479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子どもが転んで頭を打った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32304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47802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🧓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63040" y="247802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高齢の親が転倒して頭をぶつけた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45536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19125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🤔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463040" y="319125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病院に行くべきか迷った</a:t>
            </a:r>
            <a:endParaRPr lang="en-US" sz="22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8046720" cy="594360"/>
          </a:xfrm>
          <a:prstGeom prst="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58768"/>
            <a:ext cx="109728" cy="59436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0448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😰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463040" y="39044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「たんこぶができたから大丈夫」は本当？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頭部打撲で何が起こるか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7772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頭蓋骨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017520" y="1051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脳を守る硬い殻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骨折 → 出血・感染のリスク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920240"/>
            <a:ext cx="109728" cy="7772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116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280160" y="1965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01752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頭蓋骨の中で浮いている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1752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脳震盪 → 一時的な脳機能障害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34640"/>
            <a:ext cx="109728" cy="7772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🩸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280160" y="2880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硬膜と血管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017520" y="2880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脳を包む膜と栄養血管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17520" y="3246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硬膜下血腫・硬膜外血腫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8229600" cy="777240"/>
          </a:xfrm>
          <a:prstGeom prst="rect">
            <a:avLst>
              <a:gd name="adj" fmla="val 117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49040"/>
            <a:ext cx="109728" cy="777240"/>
          </a:xfrm>
          <a:prstGeom prst="rect">
            <a:avLst>
              <a:gd name="adj" fmla="val 41667"/>
            </a:avLst>
          </a:prstGeom>
          <a:solidFill>
            <a:srgbClr val="7B2D8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404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1280160" y="3794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B2D8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脳の表面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301752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衝撃で反対側にもぶつかる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01752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脳挫傷（対側損傷）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すぐ病院に行くべきケース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512064"/>
          </a:xfrm>
          <a:prstGeom prst="rect">
            <a:avLst>
              <a:gd name="adj" fmla="val 17857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109728" cy="512064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8755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9875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意識を失った（一瞬でも）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57200" y="1581912"/>
            <a:ext cx="8229600" cy="512064"/>
          </a:xfrm>
          <a:prstGeom prst="rect">
            <a:avLst>
              <a:gd name="adj" fmla="val 17857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81912"/>
            <a:ext cx="109728" cy="512064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0934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🤯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160934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激しい頭痛が続く・どんどん悪化する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2203704"/>
            <a:ext cx="8229600" cy="512064"/>
          </a:xfrm>
          <a:prstGeom prst="rect">
            <a:avLst>
              <a:gd name="adj" fmla="val 17857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03704"/>
            <a:ext cx="109728" cy="512064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311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🤢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223113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繰り返し吐く（2回以上）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57200" y="2825496"/>
            <a:ext cx="8229600" cy="512064"/>
          </a:xfrm>
          <a:prstGeom prst="rect">
            <a:avLst>
              <a:gd name="adj" fmla="val 17857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825496"/>
            <a:ext cx="109728" cy="512064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529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371600" y="285292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けいれんが起きた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457200" y="3447288"/>
            <a:ext cx="8229600" cy="512064"/>
          </a:xfrm>
          <a:prstGeom prst="rect">
            <a:avLst>
              <a:gd name="adj" fmla="val 17857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447288"/>
            <a:ext cx="109728" cy="512064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🖐️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34747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手足に力が入らない・しびれる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8229600" cy="512064"/>
          </a:xfrm>
          <a:prstGeom prst="rect">
            <a:avLst>
              <a:gd name="adj" fmla="val 17857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069080"/>
            <a:ext cx="109728" cy="512064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409651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👂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371600" y="409651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耳や鼻から透明な液体や血が出る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※ 1つでも当てはまれば → 119番 or すぐ救急外来へ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経過観察のチェックポイント ― 48時間ルール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頭をぶつけた後、特に最初の48時間は注意深い観察が必要です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09728" cy="6858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9047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直後〜6時間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834640" y="1490472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意識レベル・頭痛・嘔吐・瞳孔の左右差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最もリスクが高い時間帯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21992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21992"/>
            <a:ext cx="109728" cy="6858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951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6〜24時間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34640" y="2295144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頭痛の変化・眠気の程度・言動の異常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数時間おきに声をかけて確認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26664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26664"/>
            <a:ext cx="109728" cy="6858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998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24〜48時間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34640" y="3099816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症状が悪化しないか確認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新たな症状が出ていないか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831336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831336"/>
            <a:ext cx="109728" cy="6858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044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48時間以降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834640" y="3904488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急性期リスクは大幅に低下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ただし慢性硬膜下血腫に注意（数週間後）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「たんこぶ」の誤解と真実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058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80160" y="105156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たんこぶができたから大丈夫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たんこぶは皮下の出血。脳内の出血とは無関係。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たんこぶがあっても脳内出血の可能性はある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194560"/>
            <a:ext cx="109728" cy="10058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860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❌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80160" y="22402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たんこぶができないほうが危ない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必ずしも正しくない。衝撃の方向や部位による。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たんこぶの有無だけで判断してはいけない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383280"/>
            <a:ext cx="109728" cy="100584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⭕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34290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眠らせてはいけない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840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眠ること自体は問題ない。ただし定期的に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声をかけて意識を確認することが重要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高齢者の注意点 ― 慢性硬膜下血腫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軽い頭部打撲の数週間〜数ヶ月後に症状が出る ― 手術で治る病気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109728" cy="68580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🧓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高齢者に多い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0" y="149047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脳の萎縮で血管が伸展され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軽い衝撃でも破れやすい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21992"/>
            <a:ext cx="109728" cy="68580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134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22677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数週間〜数ヶ月後に発症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29514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頭をぶつけたことを忘れている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ことも多い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026664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26664"/>
            <a:ext cx="109728" cy="68580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1810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30723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認知症と間違われやすい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309981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物忘れ・意欲低下・歩行障害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認知症やうつ病と誤診される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3831336"/>
            <a:ext cx="8229600" cy="68580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831336"/>
            <a:ext cx="109728" cy="68580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9227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🏥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280160" y="387705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手術で改善可能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657600" y="390448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穿頭血腫洗浄術で血腫を除去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多くの場合は速やかに回復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子どもの頭部打撲 ― 親が知るべきポイント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97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1031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受傷の状況を確認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2103120" y="1508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どこから落ちた？高さは？何にぶつけた？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高さ90cm以上（2歳未満）/ 150cm以上（2歳以上）は要注意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40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137160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👶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03120" y="2240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年齢で対応が変わる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2103120" y="2651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2歳未満は症状を訴えられない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機嫌・哺乳・活動性の変化を観察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8229600" cy="960120"/>
          </a:xfrm>
          <a:prstGeom prst="rect">
            <a:avLst>
              <a:gd name="adj" fmla="val 95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91840"/>
            <a:ext cx="109728" cy="96012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83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3716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🤢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103120" y="3383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嘔吐の回数がカギ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2103120" y="37947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1回の嘔吐は経過観察可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2回以上の繰り返す嘔吐は受診が必要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時間が経ってから出る危険なサイン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頭痛がどんどん強くなる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1051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💭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71600" y="18105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ぼーっとして会話がかみ合わない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2374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🖐️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71600" y="25237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片側の手足が動かしにくくなった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3697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😶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71600" y="323697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いつもと様子が違う（興奮・無気力）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8229600" cy="594360"/>
          </a:xfrm>
          <a:prstGeom prst="rect">
            <a:avLst>
              <a:gd name="adj" fmla="val 15385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109728" cy="59436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502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🧓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371600" y="3950208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数週間後に物忘れ・歩行障害が出てきた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14400" y="4572000"/>
            <a:ext cx="7315200" cy="182880"/>
          </a:xfrm>
          <a:prstGeom prst="rect">
            <a:avLst>
              <a:gd name="adj" fmla="val 50000"/>
            </a:avLst>
          </a:prstGeom>
          <a:solidFill>
            <a:srgbClr val="DC3545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受診の目安 ― 緊急度3段階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8D7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🔴 すぐ受診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意識消失・激しい頭痛・繰り返す嘔吐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けいれん・手足の麻痺・耳鼻からの液体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0" y="11887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119番で救急搬送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頭部CT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3C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85640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86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🟡 早めに受診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頭痛が続く・軽い吐き気がある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一時的にぼーっとした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大きなたんこぶがある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0" y="2377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当日中に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5640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脳神経外科・救急へ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D4EDD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8A74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🟢 様子見OK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軽くぶつけただけ・症状なし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泣いた後すぐに普段通り（子ども）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35661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48時間は経過観察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8A7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症状出現時は受診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よくある質問 Q&amp;A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頭をぶつけたら必ずCTを撮るべき？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88720" y="1508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全員が必要なわけではありません。医師が症状や受傷の状況から判断します。特に小児では不要な被ばくを避けるため、観察で十分な場合も多いです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86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88720" y="2286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お酒を飲んで転んだ場合は？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飲酒時の転倒は頭部外傷の大きなリスク因子です。酔いの症状と脳の症状が区別しにくいため、迷ったら受診することをおすすめします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8229600" cy="1051560"/>
          </a:xfrm>
          <a:prstGeom prst="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74720"/>
            <a:ext cx="109728" cy="1051560"/>
          </a:xfrm>
          <a:prstGeom prst="rect">
            <a:avLst>
              <a:gd name="adj" fmla="val 41667"/>
            </a:avLst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204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85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520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血液サラサラの薬を飲んでいますが？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A.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抗凝固薬（ワーファリン等）を服用中の方は出血リスクが高く、軽い打撲でも頭蓋内出血のリスクがあります。必ず受診してください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まとめ ― 頭をぶつけた後のチェック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371600" y="109728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最初の48時間が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最も重要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0" y="1143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意識・頭痛・嘔吐・瞳孔を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定期的にチェック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4028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371600" y="22860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高齢者は数週間後にも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注意が必要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029200" y="23317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慢性硬膜下血腫は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手術で治る ― 見逃さない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429000"/>
            <a:ext cx="8229600" cy="1005840"/>
          </a:xfrm>
          <a:prstGeom prst="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429000"/>
            <a:ext cx="109728" cy="1005840"/>
          </a:xfrm>
          <a:prstGeom prst="rect">
            <a:avLst>
              <a:gd name="adj" fmla="val 41667"/>
            </a:avLst>
          </a:prstGeom>
          <a:solidFill>
            <a:srgbClr val="2C5AA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C5AA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371600" y="3474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迷ったら受診</a:t>
            </a:r>
            <a:endParaRPr lang="en-US" sz="19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900" b="1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特に抗凝固薬服用中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たんこぶの有無では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脳内の状態はわからない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｜ その症状、大丈夫？ #12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486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ご視聴ありがとうございました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0" y="1371600"/>
            <a:ext cx="4572000" cy="0"/>
          </a:xfrm>
          <a:prstGeom prst="line">
            <a:avLst/>
          </a:prstGeom>
          <a:noFill/>
          <a:ln w="25400">
            <a:solidFill>
              <a:srgbClr val="E885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54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チャンネル登録・高評価よろしくお願いします！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86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🔗 ブログ記事で詳しく読む（概要欄にリンク）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🔍 頭部打撲セルフチェックツール（概要欄にリンク）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次回予告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0A4A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#13 雨の日に頭が痛くなる科学的理由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【その症状、大丈夫？#12】頭をぶつけた後、病院に行くべき？</dc:title>
  <dc:subject>PptxGenJS Presentation</dc:subject>
  <dc:creator>今村久司</dc:creator>
  <cp:lastModifiedBy>今村久司</cp:lastModifiedBy>
  <cp:revision>1</cp:revision>
  <dcterms:created xsi:type="dcterms:W3CDTF">2026-04-13T12:44:53Z</dcterms:created>
  <dcterms:modified xsi:type="dcterms:W3CDTF">2026-04-13T12:44:53Z</dcterms:modified>
</cp:coreProperties>
</file>