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65760"/>
            <a:ext cx="411480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脳神経内科医が解説する薬の話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イーケプラの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イライラ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274320" y="26517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ビタミンB6で改善する？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1828800" y="3520440"/>
            <a:ext cx="5486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749040"/>
            <a:ext cx="256032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749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エビデンス整理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91840" y="3749040"/>
            <a:ext cx="2560320" cy="5943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3749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BRVとの比較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26480" y="3749040"/>
            <a:ext cx="256032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3749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日本の注意点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2026-04-07T06:26:28Z</dcterms:created>
  <dcterms:modified xsi:type="dcterms:W3CDTF">2026-04-07T06:26:28Z</dcterms:modified>
</cp:coreProperties>
</file>