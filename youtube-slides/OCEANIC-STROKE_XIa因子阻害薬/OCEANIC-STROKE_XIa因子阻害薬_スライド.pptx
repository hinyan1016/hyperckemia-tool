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脳梗塞二次予防の新時代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OCEANIC-STROKE試験の衝撃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XIa因子阻害薬 asundexian が二次予防を変える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ISC 2026  |  </a:t>
            </a:r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Sharma M, et al. Abstract LB009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非心原性脳梗塞の二次予防 ― 現状の課題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現在の標準治療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抗血小板薬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（アスピリン、クロピドグレルなど）が標準。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急性期はDAPT（二剤併用）→ 慢性期は単剤が一般的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7919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60604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再発リスクが残る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抗血小板薬にもかかわらず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年間4〜8%が脳卒中再発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2514600"/>
            <a:ext cx="267919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33672" y="2606040"/>
            <a:ext cx="640080" cy="6400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42336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64992" y="33375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DOACはESUSに無効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374904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NAVIGATE ESUS・RE-SPECT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ESUS ともに失敗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2514600"/>
            <a:ext cx="2679192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5744" y="260604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27064" y="33375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出血と効果のジレンマ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27064" y="374904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抗凝固薬を強化すると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出血リスクが増大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凝固カスケード ― 外因系 vs 内因系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外因系（組織因子経路）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組織因子 → VIIa → </a:t>
            </a:r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 → IIa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生理的止血に必須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組織損傷 → 出血を止める防御機構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DOACの標的（Xa・IIa）がここにある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DOAC使用で出血リスク増大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1148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内因系（接触活性化経路）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XII → </a:t>
            </a:r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XIa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IXa → Xa → IIa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病的血栓形成に関与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プラーク破綻・炎症・乱流で活性化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Asundexianの標的（XIa）がここにある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出血リスクを増やさず血栓を予防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72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XIa因子は病的血栓にのみ関与 → 阻害しても生理的止血は温存される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XI因子欠損症 ― 自然界のエビデンス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先天性XI因子欠損症の疫学データ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XI因子が生まれつき欠損している患者では、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虚血性脳卒中・深部静脈血栓症のリスクが低下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する。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一方で、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出血性脳卒中のリスク増大は認められない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43200"/>
            <a:ext cx="411480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Salomon O, et 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Thromb Haemost 2011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重度XI因子欠損症で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深部静脈血栓症リスクが有意に低下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743200"/>
            <a:ext cx="411480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Zucker M, et 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2017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520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XI因子欠損が心血管イベント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およびVTEリスク低下と関連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80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結論: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「血栓ができにくく、出血もしにくい」 ― この自然実験がXIa因子阻害薬の合理性を裏付ける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Asundexianの薬理プロファイル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Heitmeier S, et al. J Thromb Haemost 2022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37744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作用機序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188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XIa因子活性中心への直接的・可逆的阻害（経口低分子）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237744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阻害活性（IC50）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8745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1.0 nM（緩衝液）/ 0.14 µM（ヒト血漿中）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237744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選択性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他のプロテアーゼに対し1000倍以上の選択性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46120"/>
            <a:ext cx="237744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出血時間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耳・歯肉・肝損傷モデルで延長なし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31920"/>
            <a:ext cx="237744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抗血小板薬併用時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931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ASA+チカグレロル併用でも出血時間の追加延長なし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9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比較: 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アピキサバン併用時は出血時間が2.8〜6.6倍延長 → XIa因子阻害薬の安全性上の優位性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OCEANIC-STROKE ― 試験デザイン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7548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7548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試験概要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デザイン: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第3相・RCT・二重盲検・プラセボ対照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非心原性虚血性脳卒中（NIHSS≤15）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または高リスクTIA（ABCD2 6-7）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発症〜登録: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72時間以内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登録数: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12,237例（37か国・702施設）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 50mg/日 vs プラセボ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（抗血小板薬への上乗せ）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観察期間: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中央値約2年（3〜31か月）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05156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12080" y="1051560"/>
            <a:ext cx="36576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患者背景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平均年齢: 68歳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女性: 34%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血栓溶解/回収療法: 27.4%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NIHSS中央値: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3063240"/>
            <a:ext cx="3657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3063240"/>
            <a:ext cx="36576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病型内訳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大血管アテローム硬化症  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41%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小血管閉塞（ラクナ）  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分類不能（ESUS相当）  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OCEANIC-STROKE ― 主要結果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有効性: 虚血性脳卒中の再発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  </a:t>
            </a:r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6.2%</a:t>
            </a:r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vs  </a:t>
            </a:r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プラセボ  </a:t>
            </a:r>
            <a:pPr algn="ctr" indent="0" marL="0">
              <a:buNone/>
            </a:pPr>
            <a:r>
              <a:rPr lang="en-US" sz="3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0.74</a:t>
            </a:r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（95%CI 0.65-0.84、P&lt;0.001）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324612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26%のリスク減少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51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安全性: ISTH基準の大出血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  </a:t>
            </a:r>
            <a:pPr algn="ctr" indent="0" marL="0">
              <a:buNone/>
            </a:pPr>
            <a:r>
              <a:rPr lang="en-US" sz="3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1.9%</a:t>
            </a:r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vs  </a:t>
            </a:r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プラセボ  </a:t>
            </a:r>
            <a:pPr algn="ctr" indent="0" marL="0">
              <a:buNone/>
            </a:pPr>
            <a:r>
              <a:rPr lang="en-US" sz="3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1.10</a:t>
            </a:r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（90%CI 0.85-1.44、P=0.46）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66360" y="2834640"/>
            <a:ext cx="324612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大出血の増加なし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8595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副次評価項目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全脳卒中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0.74 (0.65-0.84)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P&lt;0.001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障害残存/致死的脳卒中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0.69 (0.55-0.87)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CV死+MI+脳卒中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4663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0.83 (0.74-0.92)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4663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病型別サブグループ解析 ― ESUSへの希望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Shoamanesh A, et al. ISC 2026 (事前規定の副次解析)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6858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大血管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アテローム硬化症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約5,000例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2194560" cy="77724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（全体と一貫）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743200" cy="6858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小血管閉塞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（ラクナ）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約2,600例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423160"/>
            <a:ext cx="2194560" cy="77724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（全体と一貫）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743200" cy="6858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分類不能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（ESUS相当）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約3,500例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423160"/>
            <a:ext cx="219456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47%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リスク減少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交互作用P値 = 0.07（探索的解析）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8595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ESUSでの意義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ESUS（塞栓源不明の脳塞栓症）は全脳梗塞の約17%。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DOAC（リバーロキサバン・ダビガトラン）は2つの大規模RCTでESUSに無効 + 出血増加。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AsundexianはESUS相当群で全体を上回る効果（47% vs 26%）を示した初めての薬剤。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DOACとの比較 ― なぜ従来薬は失敗したのか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807208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2807208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ESUS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リバーロキサバン 15mg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アスピリンと差なし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（5.1% vs 4.8%/年）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33756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大出血 約3倍増加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頭蓋内出血 4倍増加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16152" y="4206240"/>
            <a:ext cx="731520" cy="7315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172968" y="1051560"/>
            <a:ext cx="2807208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051560"/>
            <a:ext cx="2807208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10515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RE-SPECT ESUS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1417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ダビガトラン 150mg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1828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214884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アスピリンと差なし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（4.1% vs 4.8%/年）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4408" y="30175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333756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大出血は差なし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非大出血が増加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4206240"/>
            <a:ext cx="731520" cy="73152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163056" y="1051560"/>
            <a:ext cx="2807208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051560"/>
            <a:ext cx="2807208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10515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OCEANIC-STROKE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54496" y="14173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 50mg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18288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214884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ESUS相当群で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47%リスク減少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4496" y="301752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54496" y="3337560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大出血の増加なし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（HR 1.10, NS）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96328" y="4206240"/>
            <a:ext cx="731520" cy="73152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33" name="Text 31"/>
          <p:cNvSpPr/>
          <p:nvPr/>
        </p:nvSpPr>
        <p:spPr>
          <a:xfrm>
            <a:off x="7196328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7899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有効性と安全性の両立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280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Asundexianは非心原性脳梗塞の再発を26%減少させ、大出血は増加しなかった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90195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選択的な凝固阻害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内因系のXIa因子のみを阻害し、外因系（生理的止血）を温存する新しい機序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72491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病型横断的な有効性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アテローム血栓性・ラクナ梗塞・ESUS相当の全病型で一貫した効果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54787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ESUSへの新たな選択肢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749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DOACが失敗したESUS領域で初めて有望な結果を示した薬剤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37083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今後の課題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45720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論文未発表・最初の90日間は有意差なし・心房細動は対象外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Sharma M, et al. ISC 2026; Abstract LB009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OCEANIC-STROKE試験の衝撃 ― XIa因子阻害薬が脳梗塞二次予防を変える</dc:title>
  <dc:subject>PptxGenJS Presentation</dc:subject>
  <dc:creator>今村久司</dc:creator>
  <cp:lastModifiedBy>今村久司</cp:lastModifiedBy>
  <cp:revision>1</cp:revision>
  <dcterms:created xsi:type="dcterms:W3CDTF">2026-04-09T09:24:50Z</dcterms:created>
  <dcterms:modified xsi:type="dcterms:W3CDTF">2026-04-09T09:24:50Z</dcterms:modified>
</cp:coreProperties>
</file>