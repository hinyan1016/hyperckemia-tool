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認知症の親を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病院に連れて行くには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受診を嫌がるときの実践的アプローチ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52044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109728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「父の物忘れがひどい。もの忘れ外来に連れて行こうとしたら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『私はボケていない！』と頑なに拒否された」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86000"/>
            <a:ext cx="109728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「かかりつけ医に相談してみたら、本人がいる前では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何も言えなくて……結局また次回に持ち越し」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20440"/>
            <a:ext cx="109728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118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「どう説得すればいいのか、もう何が正解かわからない。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家族みんなが疲弊してしまっている」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この状況は医学的な背景がある ─ 「頑固」ではなく「脳の変化」かもしれません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なぜ受診を嫌がるのか ― 3つの医学的背景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🧠 病識低下（アノソグノシア）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脳の萎縮が「自分の状態を客観視する能力」に影響。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「私はおかしくない」は強がりではなく本当にそう感じている。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アルツハイマー型の 40〜81% にみられる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😨 スティグマへの恐れ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603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「診断されたら施設に入れられる」「家族に迷惑をかける」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長年、一家の柱として生きてきた世代ほど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プライドや将来への不安が強い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❓ 医療不信・先送り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603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「病院に行ったら何をされるかわからない」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「年をとれば誰でも忘れる」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「忙しい、今度でいい」という否認・先送り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受診につなげる 3つの実践的アプローチ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777240" cy="7772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051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「健康診断」「脳ドック」という名目を使う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463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「認知症の検査をしよう」と正面から言わない。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「血圧薬のついでに脳も」「頭のMRIを一度撮っておこう」など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別の目的を前面に出すのがポイント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777240" cy="7772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かかりつけ医に相談し、紹介してもらう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長年の付き合いがある医師の言葉は家族より響く。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まず家族だけでかかりつけ医に相談し、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「先生から本人に受診を勧めてもらえますか」とお願いする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40480"/>
            <a:ext cx="777240" cy="7772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3703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まず「家族だけ」で相談に行く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114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もの忘れ外来・地域包括支援センターは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患者本人がいなくても相談できる。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「どうすれば連れてこられるか」のアドバイスを事前に得られる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受診前に家族が準備すること ― チェックリスト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持参物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健康保険証・診察券（他院のものも）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服用中の薬の一覧（お薬手帳）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61188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直近の血液・画像検査結果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症状のメモ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37560" y="160020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症状が始まった時期・最初に気づいたきっかけ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60604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具体的なエピソード（「1日3回同じ話をする」など）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361188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日常生活への支障（料理・家計・外出・服薬）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743200" cy="43891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生活歴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160020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最終学歴・職歴・趣味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260604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560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既往歴（高血圧・糖尿病・脳卒中・うつなど）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256032" cy="25603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5661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家族歴（認知症の親族はいるか）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診察前に「家族だけ少し話せますか」とスタッフに申し出るのも有効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もの忘れ外来では何をするのか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960120"/>
            <a:ext cx="65836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960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詳細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859536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問診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いつから・どんな症状か・日常生活への影響を確認。家族からの情報が診断の質を左右する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神経心理検査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MMSE・MoCAなどの筆記・口頭テスト（30分程度）。「健康チェックです」と伝えると安心しやすい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880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甲状腺機能低下症・ビタミンB12欠乏など「認知症もどき」の除外。治療可能な原因がないか確認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萎縮の部位・脳血管病変の確認。初診は予約が必要なことも多い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9536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43400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結果と説明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4343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「今の段階では白黒つかない」ことも多い。ベースラインの記録が将来の比較データになる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受診前後に使える相談窓口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まず相談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地域包括支援センター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1945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0280"/>
            <a:ext cx="2560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各市区町村に設置。無料で相談できる。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医療機関への橋渡し・介護保険の案内など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「どこに行けばいいかわからない」段階から頼れる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67328"/>
            <a:ext cx="256032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767328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市区町村の窓口 or「地域包括支援センター＋市区町村名」で検索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専門診断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認知症疾患医療センター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74720" y="2148840"/>
            <a:ext cx="21945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40280"/>
            <a:ext cx="2560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都道府県が指定する専門拠点。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BPSDが強い・かかりつけ医での診断が困難な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複雑なケースで紹介を受けることが多い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767328"/>
            <a:ext cx="256032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767328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かかりつけ医または地域包括支援センターから紹介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2743200" cy="43891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05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家族支援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認知症の人と家族の会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2148840"/>
            <a:ext cx="2194560" cy="0"/>
          </a:xfrm>
          <a:prstGeom prst="line">
            <a:avLst/>
          </a:prstGeom>
          <a:noFill/>
          <a:ln w="12700">
            <a:solidFill>
              <a:srgbClr val="E8F0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240280"/>
            <a:ext cx="2560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同じ状況の家族同士が支え合う場。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受診前後を問わず、経験談を聞ける。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電話相談窓口: 0120-294-456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767328"/>
            <a:ext cx="256032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767328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alzheimer.or.jp からアクセス可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緊急受診が必要なとき ― もの忘れ外来ではなく救急へ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こんな症状は急いで受診を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600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急に（数日〜数週間で）認知機能が落ちた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19456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03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手足の麻痺・言語障害・激しい頭痛を伴う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高熱・意識の変容がある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274320" cy="27432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108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強い幻視・幻聴・妄想で本人や家族が危険な状況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1371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これらは脳卒中・脳炎・せん妄など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緊急疾患の可能性があります。もの忘れ外来でなく救急外来へ。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受診拒否の背景には「病識低下」という医学的原因がある。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頑固なだけではない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20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「認知症の検査」とは言わず、健康診断・脳ドック・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かかりつけ医など別の入口を使う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880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まず家族だけで相談できる。地域包括支援センター・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もの忘れ外来で受け付けている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40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1回で白黒つかなくてよい。ベースラインの記録を残すことが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将来の比較データになる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470916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|  チャンネル登録よろしくお願いします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認知症の親を病院に連れて行くには ― 受診を嫌がる場合の対処法</dc:title>
  <dc:subject>PptxGenJS Presentation</dc:subject>
  <dc:creator>今村久司</dc:creator>
  <cp:lastModifiedBy>今村久司</cp:lastModifiedBy>
  <cp:revision>1</cp:revision>
  <dcterms:created xsi:type="dcterms:W3CDTF">2026-04-02T02:40:35Z</dcterms:created>
  <dcterms:modified xsi:type="dcterms:W3CDTF">2026-04-02T02:40:35Z</dcterms:modified>
</cp:coreProperties>
</file>