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402336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#17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認知症の親を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74320" y="20574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病院に連れて行くには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828800" y="310896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3756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病識低下とは？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33756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3つのアプローチ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33756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相談窓口を使う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2026-04-02T02:40:30Z</dcterms:created>
  <dcterms:modified xsi:type="dcterms:W3CDTF">2026-04-02T02:40:30Z</dcterms:modified>
</cp:coreProperties>
</file>