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令和8年6月施行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令和8年度 診療報酬改定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【神経内科編】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認知症・リハビリ・遠隔診療・難病の主要変更点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厚生労働省公式資料・疑義解釈に基づく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神経内科領域の主要改定ポイント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87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認知症地域包括診療の統合・再編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認知症患者区分で高い点数設定、要介護者は1疾患でOK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早期リハ加算の大幅見直し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入院3日以内 25点→60点、算定期間30日→14日に短縮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休日リハビリ加算【新設】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1単位25点 ― 脳卒中365日リハ体制を後押し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遠隔連携診療料 ― 指定難病に拡大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全指定難病900点/月 ― 神経難病の遠隔医療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回復期リハ病棟の基準見直し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822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実績指数40→42、FIM認知除外14点以下に厳格化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離床なきリハの減算・AI活用ほか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ベッド上リハ10%減算、生成AI 1.2倍換算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認知症地域包括診療の統合・再編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「認知症地域包括診療加算/料」が通常の「地域包括診療加算/料」に統合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地域包括診療加算（再診時）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認知症患者等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その他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加算1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加算2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31点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21点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4630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0020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地域包括診療料（月1回）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05740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認知症患者等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その他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診療料1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1,682点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1,661点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診療料2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1,614点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1,601点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65760" y="352044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/>
        </p:spPr>
      </p:sp>
      <p:sp>
        <p:nvSpPr>
          <p:cNvPr id="14" name="Shape 10"/>
          <p:cNvSpPr/>
          <p:nvPr/>
        </p:nvSpPr>
        <p:spPr>
          <a:xfrm>
            <a:off x="365760" y="3520440"/>
            <a:ext cx="73152" cy="1463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実務上の重要ポイント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38862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・要介護者は1疾患でも算定可能に（従来2疾患以上）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・認知症の診断後支援 ― 地域包括支援センターとの連携を明記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・外来データ提出加算（月1回10点）が新設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早期リハビリテーション加算の大幅見直し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01168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算定時期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改定前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改定後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変化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入院3日以内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25点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+35点（2.4倍）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4日目～14日目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25点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25点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据置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算定可能期間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入院から30日目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入院から14日目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850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16日短縮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01752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3017520"/>
            <a:ext cx="73152" cy="18288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・転院患者は転院前の入院日が起算日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・外来患者（退院後）は退院前の入院日が起算日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・「超急性期72時間に集中的にリハを入れる」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インセンティブの明確化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休日リハ加算【新設】＋ 遠隔連携診療料の拡大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92608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休日リハビリテーション加算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・休日にリハビリ実施で 1単位25点 加算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・発症/手術から7日目 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治療開始から30日目まで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・脳卒中365日リハ体制を評価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292608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遠隔連携診療料の対象拡大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・全指定難病が対象に追加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・外来/訪問/入院 各900点/月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・医療受給者証の有無を問わず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・軽症者も対象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E8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291840"/>
            <a:ext cx="73152" cy="1645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遠隔連携診療の対象となる主な神経難病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ALS（筋萎縮性側索硬化症）  /  パーキンソン病  /  多発性硬化症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脊髄小脳変性症  /  重症筋無力症  /  多系統萎縮症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進行性核上性麻痺  /  ハンチントン病  /  CIDP  ほか全指定難病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 to P with N ― 看護師同席のオンライン診療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（遠隔）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ICT接続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737360"/>
            <a:ext cx="15544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（患者側）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1737360"/>
            <a:ext cx="548640" cy="0"/>
          </a:xfrm>
          <a:prstGeom prst="line">
            <a:avLst/>
          </a:prstGeom>
          <a:noFill/>
          <a:ln w="25400">
            <a:solidFill>
              <a:srgbClr val="636E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1887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88920"/>
            <a:ext cx="320040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看護師が実施可能な項目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・検査（採血等） → 検査実施料を算定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・注射 → 注射実施料を算定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・処置 → 処置実施料を算定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788920"/>
            <a:ext cx="320040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神経内科での活用シナリオ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・ALS在宅患者の定期フォロー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・パーキンソン病の服薬調整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・遠隔地の神経難病患者に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訪問看護と専門医を橋渡し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回復期リハ病棟の基準見直し ①入院料・実績指数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区分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改定前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改定後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増点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2,229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2,346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+117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入院料2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2,166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2,274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+108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入院料3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1,917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2,062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+145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入院料4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1,859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2,000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+141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入院料5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1,696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1,794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+98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区分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改定前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改定後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40以上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42以上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入院料2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未設定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32以上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入院料3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35以上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37以上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入院料4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未設定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32以上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918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E8F0FE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3291840"/>
            <a:ext cx="73152" cy="1554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回復期リハビリテーション強化体制加算【新設】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3749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・1日につき 80点（入院料1対象）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・実績指数 48以上 が要件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・退院前訪問指導の実績＋排尿自立支援加算の届出が必要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回復期リハ病棟の基準見直し ②重症患者・除外基準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緩和された基準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・重症患者割合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入院料1・2: 4割 → 3.5割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入院料3・4: 3割 → 2.5割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・「退院時3割改善」要件を 削除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厳格化された基準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・80歳以上の除外規定 → 廃止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・FIM認知除外: 24点以下→14点以下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・除外割合上限: 3割→2割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・実績指数下限: 27→30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3756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重症患者の新定義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以下のいずれか：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日常生活機能評価10点以上 または FIM総得点21点以上55点以下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高次脳機能障害と診断された患者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脊髄損傷と診断された患者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離床なきリハの減算 ＋ 特定疾患療養管理料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92608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離床なきリハビリの減算【新設】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・所定点数の 90%で算定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（10%減算）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・1日2単位まで に制限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・医学的理由がある場合は除外可能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カルテ記載が重要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292608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特定疾患療養管理料の変更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・ギラン・バレー症候群は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引き続き対象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・長期処方/リフィル処方箋の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掲示義務を追加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・胃十二指腸潰瘍にNSAIDs除外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FFF3CD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383280"/>
            <a:ext cx="73152" cy="14630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離床なきリハ減算 ― 影響を受ける神経疾患患者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・重症脳卒中（意識障害・高度片麻痺）、ALS・進行性筋疾患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・ただし「医学的理由がある場合」は除外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診療録に理由を記載し、離床困難な医学的根拠を明確にする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ベースアップ評価料の拡充 ＋ AI・ICT活用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場面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R6参考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R8（新規）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R8（継続）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初診時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再診時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訪問診療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79点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107点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14300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生成AI活用の評価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医師事務作業補助者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・AI文書作成 → 1.2倍換算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・AI＋音声入力 → 1.3倍換算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1089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令和9年度にはベースアップ評価料が さらに200%（2倍）に引き上げ予定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97764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電子的診療情報連携体制整備加算【新設】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初診: 加算1 15点 / 加算2 9点 / 加算3 4点   再診: 2点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神経内科へのインパクト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プラスの影響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・認知症外来の包括評価が充実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・脳卒中超急性期リハの評価強化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（3日以内 60点）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・指定難病の遠隔診療が全面可能に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・回復期リハ入院料の増点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・休日リハ加算で365日体制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・ベースアップ評価料の増収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注意が必要な変更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・早期リハ加算の期間短縮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（30日→14日）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・回復期リハ実績指数の引き上げ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・FIM認知除外基準の厳格化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・離床困難患者のリハ減算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（医学的理由の記載要）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・リフィル処方箋の掲示義務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3つの軸: 「認知症の包括管理」「急性期リハの集中化」「神経難病の遠隔医療」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令和8年6月1日施行 ― 各施設での体制整備と算定準備を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192024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チャンネル登録・高評価をお願いします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厚生労働省「令和8年度診療報酬改定について」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厚生労働省「令和8年度診療報酬改定説明資料」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厚生労働省 疑義解釈資料（その1・その2）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GemMed 2026年度診療報酬改定答申シリーズ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令和8年度診療報酬改定【神経内科編】</dc:title>
  <dc:subject>PptxGenJS Presentation</dc:subject>
  <dc:creator>今村久司</dc:creator>
  <cp:lastModifiedBy>今村久司</cp:lastModifiedBy>
  <cp:revision>1</cp:revision>
  <dcterms:created xsi:type="dcterms:W3CDTF">2026-04-14T00:35:54Z</dcterms:created>
  <dcterms:modified xsi:type="dcterms:W3CDTF">2026-04-14T00:35:54Z</dcterms:modified>
</cp:coreProperties>
</file>