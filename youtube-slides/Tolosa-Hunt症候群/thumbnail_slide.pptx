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3474720" cy="640080"/>
          </a:xfrm>
          <a:prstGeom prst="rect">
            <a:avLst>
              <a:gd name="adj" fmla="val 14286"/>
            </a:avLst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20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激しい眼窩痛＋複視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Tolosa-Hunt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症候群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有痛性眼筋麻痺の鑑別と治療 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2286000" cy="640080"/>
          </a:xfrm>
          <a:prstGeom prst="rect">
            <a:avLst>
              <a:gd name="adj" fmla="val 14286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除外診断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3566160"/>
            <a:ext cx="2286000" cy="640080"/>
          </a:xfrm>
          <a:prstGeom prst="rect">
            <a:avLst>
              <a:gd name="adj" fmla="val 14286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ICHD-3基準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5040" y="3566160"/>
            <a:ext cx="2286000" cy="640080"/>
          </a:xfrm>
          <a:prstGeom prst="rect">
            <a:avLst>
              <a:gd name="adj" fmla="val 14286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40-50%再発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Tolosa-Hunt症候群 サムネイル</dc:title>
  <dc:subject>PptxGenJS Presentation</dc:subject>
  <dc:creator>今村久司</dc:creator>
  <cp:lastModifiedBy>今村久司</cp:lastModifiedBy>
  <cp:revision>1</cp:revision>
  <dcterms:created xsi:type="dcterms:W3CDTF">2026-03-30T09:54:01Z</dcterms:created>
  <dcterms:modified xsi:type="dcterms:W3CDTF">2026-03-30T09:54:01Z</dcterms:modified>
</cp:coreProperties>
</file>