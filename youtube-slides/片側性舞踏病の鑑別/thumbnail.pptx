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31520"/>
            <a:ext cx="137160" cy="365760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73152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片側性舞踏病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の鑑別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640080" y="3017520"/>
            <a:ext cx="7772400" cy="27432"/>
          </a:xfrm>
          <a:prstGeom prst="rect">
            <a:avLst/>
          </a:prstGeom>
          <a:solidFill>
            <a:srgbClr val="B0BEC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2004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脳梗塞 ・ 高血糖 ・ 薬剤性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40080" y="3840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を見逃さない！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943600" y="4572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B0BEC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2026-04-05T02:08:25Z</dcterms:created>
  <dcterms:modified xsi:type="dcterms:W3CDTF">2026-04-05T02:08:25Z</dcterms:modified>
</cp:coreProperties>
</file>