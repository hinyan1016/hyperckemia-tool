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片側性舞踏病の鑑別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脳梗塞・高血糖・薬剤性を見逃さない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片側性舞踏病とは何か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片側の四肢・顔面に出る不規則な不随意運動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素早く、非律動的で、流れるように移動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近位筋優位で激しい型 = ヘミバリスム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hemichorea ↔ hemiballismus は連続スペクトラム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3474720"/>
          </a:xfrm>
          <a:prstGeom prst="rect">
            <a:avLst>
              <a:gd name="adj" fmla="val 2632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臨床的ポイント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「病名」ではなく「症候」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背景に原因疾患がある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片側に限局 → 対側の脳に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構造病変・代謝異常を疑う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474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急性〜亜急性発症では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後天性・可逆的な原因を優先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片側性舞踏病の主な原因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1645920" cy="329184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脳血管障害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最多 68%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脳梗塞・脳出血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75104" y="1097280"/>
            <a:ext cx="1645920" cy="329184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75104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1975104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12264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高血糖関連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12264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糖尿病性線条体症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高齢女性に多い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67328" y="1097280"/>
            <a:ext cx="1645920" cy="329184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16" name="Text 14"/>
          <p:cNvSpPr/>
          <p:nvPr/>
        </p:nvSpPr>
        <p:spPr>
          <a:xfrm>
            <a:off x="3767328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90448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04488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D2遮断薬、制吐薬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レボドパなど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59552" y="1097280"/>
            <a:ext cx="1645920" cy="329184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59552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5559552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96712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自己免疫性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96712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抗リン脂質抗体症候群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SLE、Sydenham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51776" y="1097280"/>
            <a:ext cx="1645920" cy="329184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51776" y="1097280"/>
            <a:ext cx="109728" cy="3291840"/>
          </a:xfrm>
          <a:prstGeom prst="rect">
            <a:avLst>
              <a:gd name="adj" fmla="val 41667"/>
            </a:avLst>
          </a:prstGeom>
          <a:solidFill>
            <a:srgbClr val="636E72"/>
          </a:solidFill>
          <a:ln/>
        </p:spPr>
      </p:sp>
      <p:sp>
        <p:nvSpPr>
          <p:cNvPr id="26" name="Text 24"/>
          <p:cNvSpPr/>
          <p:nvPr/>
        </p:nvSpPr>
        <p:spPr>
          <a:xfrm>
            <a:off x="7351776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88936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変性・遺伝性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88936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ハンチントン病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高齢初発は稀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成人発症散発性舞踏病の68%が脳血管障害（Bovenzi 2021）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🩸 見逃し注意①：脳血管障害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18288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古典的な責任病巣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対側 視床下核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被殻・尾状核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視床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828800"/>
          </a:xfrm>
          <a:prstGeom prst="rect">
            <a:avLst>
              <a:gd name="adj" fmla="val 5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109728" cy="18288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新しい知見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基底核が保たれた皮質梗塞でも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hemichoreaが起こる！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頭頂葉・島皮質・前頭葉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（Carbayo 2020）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8503920" cy="1280160"/>
          </a:xfrm>
          <a:prstGeom prst="rect">
            <a:avLst>
              <a:gd name="adj" fmla="val 7143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「基底核に異常がない＝血管性を否定」にはならない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DWI再読影：基底核だけでなく頭頂葉・島皮質・centrum semiovaleまで確認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突然発症なら急性脳卒中として対応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📈 見逃し注意②：高血糖性舞踏病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2194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糖尿病性線条体症の特徴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高齢女性に多い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88.1%がhemichorea/hemiballismus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平均血糖 414 mg/dL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平均HbA1c 13.1%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22%で糖尿病の初発所見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1480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09728" cy="21945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画像所見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CT：対側線条体の高吸収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MRI：T1高信号（対側線条体）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CT/MRI不一致 ≒ 1/6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MRI正常例 5.2%あり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8503920" cy="914400"/>
          </a:xfrm>
          <a:prstGeom prst="rect">
            <a:avLst>
              <a:gd name="adj" fmla="val 1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糖尿病の既往がなくても22%が舞踏病で糖尿病と判明 → 必ず血糖・HbA1cを確認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画像が非典型でも高血糖性舞踏病は除外しきれない（Chua 2020, Hoffmeister 2024）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💊🛡️ 見逃し注意③：薬剤性・自己免疫性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確認すべき薬剤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抗精神病薬（遅発性ジスキネジア）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メトクロプラミド・ドンペリドン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レボドパ・ドパミンアゴニスト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抗てんかん薬（フェニトイン等）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抗うつ薬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認知症治療薬の変更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最近の中止薬も含める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11480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自己免疫性を疑う検査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抗核抗体（ANA）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抗カルジオリピン抗体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抗β2GPI抗体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ループスアンチコアグラント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疑うヒント：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血栓症既往、livedo、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自己免疫疾患既往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鑑別の進め方 ─ 3ステップ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4747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可逆的原因を外す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血糖・HbA1c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電解質（Ca, Mg）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64261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腎・肝機能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甲状腺機能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192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薬歴の総点検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頭部MRI（DWI）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MRA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337560" y="1097280"/>
            <a:ext cx="2743200" cy="347472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血管性を詰める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19659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脳梗塞リスク評価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66160" y="230428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心房細動検索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2642616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頸動脈エコー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29809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心エコー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66160" y="33192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ラクナ・白質病変確認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807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400800" y="1097280"/>
            <a:ext cx="2468880" cy="3474720"/>
          </a:xfrm>
          <a:prstGeom prst="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1097280"/>
            <a:ext cx="109728" cy="34747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免疫・腫瘍随伴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29400" y="19659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ANA・aPL系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29400" y="230428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悪性腫瘍検索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29400" y="264261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自己抗体パネル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29400" y="29809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髄液検査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本当に舞踏病か？ ─ 他の不随意運動との鑑別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不随意運動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078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078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舞踏病との違い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27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ジストニア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527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同じ姿勢・方向に捻れる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5270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舞踏病は不規則・流動的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ミオクローヌス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029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一瞬のピクつき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029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舞踏病はやや持続的で移動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8595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32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アカシジア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532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内的焦燥感で動く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532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舞踏病は無意識に起こる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3035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反復的・常同性が強い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30358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舞踏病は非常同的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Pseudoathetosis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35387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深部感覚障害に伴う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5387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閉眼で増悪するのが特徴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8503920" cy="548640"/>
          </a:xfrm>
          <a:prstGeom prst="rect">
            <a:avLst>
              <a:gd name="adj" fmla="val 16667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判断に迷うときは動画記録が有用。睡眠で消えるか、歩行で悪化するかもチェック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MRI・CTの落とし穴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1645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DWI：対側基底核（被殻・尾状核）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皮質梗塞のみで発症する例あり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慢性虚血変化に新鮮梗塞を埋もれさせない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1645920"/>
          </a:xfrm>
          <a:prstGeom prst="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109728" cy="1645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高血糖性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CT：線条体高吸収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MRI：T1高信号（対側線条体）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治療後に画像も改善する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03920" cy="1645920"/>
          </a:xfrm>
          <a:prstGeom prst="rect">
            <a:avLst>
              <a:gd name="adj" fmla="val 5556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109728" cy="16459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画像の落とし穴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CT/MRI不一致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≒ 1/6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Chua 2020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症状と画像の時間的ずれ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≒ 10%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9184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Chua 2020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MRI正常例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5.2%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26480" y="4297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Hoffmeister 2024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治療の考え方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原則：原因治療が先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脳血管障害 → 脳卒中として対応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高血糖性 → 厳格な血糖是正（インスリン・補液）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薬剤性 → 原因薬の中止・変更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自己免疫性 → 免疫抑制療法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3200400" cy="2011680"/>
          </a:xfrm>
          <a:prstGeom prst="rect">
            <a:avLst>
              <a:gd name="adj" fmla="val 4545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097280"/>
            <a:ext cx="109728" cy="20116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対症療法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ハロペリドール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0.375〜0.75 mg/日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クロナゼパム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0.5〜1 mg/日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(Shiraiwa 2020)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03920" cy="1188720"/>
          </a:xfrm>
          <a:prstGeom prst="rect">
            <a:avLst>
              <a:gd name="adj" fmla="val 7692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高齢者での注意点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傾眠・転倒リスク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嚥下低下・誤嚥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薬剤性パーキンソニズム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QT延長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認知機能悪化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 ─ 可逆的原因が多い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286000"/>
          </a:xfrm>
          <a:prstGeom prst="rect">
            <a:avLst>
              <a:gd name="adj" fmla="val 4000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22860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自然軽快 or 軽微な後遺症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Bovenzi 2021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109728" cy="22860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原因別の注意点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高血糖性：血糖管理で多くが改善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ただし再発率 ≒ 28%（Chua 2020）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血管性：二次予防が長期予後を左右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薬剤性：遅発性ジスキネジアは不可逆的な場合も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03920" cy="822960"/>
          </a:xfrm>
          <a:prstGeom prst="rect">
            <a:avLst>
              <a:gd name="adj" fmla="val 11111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💡 迅速な原因検索が予後を左右する ─ 「原因不明」で終わらせず可逆的原因を執拗に探す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─ 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658368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片側性舞踏病は「病名」ではなく「症候」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必ず原因疾患を探す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55648"/>
            <a:ext cx="109728" cy="65836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47088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801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成人発症の68%が脳血管障害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画像検査を最優先に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05456"/>
            <a:ext cx="109728" cy="658368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596896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5511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高血糖性舞踏病を必ず除外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糖尿病の既往がなくてもHbA1cを確認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859536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55264"/>
            <a:ext cx="109728" cy="658368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346704"/>
            <a:ext cx="457200" cy="457200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3009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画像の落とし穴に注意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皮質梗塞、MRI偽陰性、CT/MRI不一致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005072"/>
            <a:ext cx="8595360" cy="658368"/>
          </a:xfrm>
          <a:prstGeom prst="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05072"/>
            <a:ext cx="109728" cy="65836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096512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507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82%が改善する可逆的病態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迅速な原因検索が予後を決める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参考文献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Bovenzi R, et al. Neurol Sci. 2021;42(12):5187-5196.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Cincotta M, Walker RH. Tremor Other Hyperkinet Mov. 2022;12:3.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836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Carbayo Á, et al. Cerebrovasc Dis. 2020;49(5):498-505.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 Chua CB, et al. Sci Rep. 2020;10(1):1594.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5. Hoffmeister MC, et al. J Endocrinol Invest. 2024;47(1):21-34.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6. Chen Y, et al. Front Neurol. 2022;13:956470.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7. Shiraiwa N, et al. J Neurol Sci. 2020;417:117033.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片側性舞踏病の鑑別 ─ 脳梗塞・高血糖・薬剤性を見逃さない</dc:title>
  <dc:subject>PptxGenJS Presentation</dc:subject>
  <dc:creator>今村久司</dc:creator>
  <cp:lastModifiedBy>今村久司</cp:lastModifiedBy>
  <cp:revision>1</cp:revision>
  <dcterms:created xsi:type="dcterms:W3CDTF">2026-04-05T01:52:10Z</dcterms:created>
  <dcterms:modified xsi:type="dcterms:W3CDTF">2026-04-05T01:52:10Z</dcterms:modified>
</cp:coreProperties>
</file>