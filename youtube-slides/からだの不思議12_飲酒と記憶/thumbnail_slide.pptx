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お酒で記憶がなくなる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その理由は？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海馬とLTPの仕組み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2種類のブラックアウト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繰り返すとどうなる？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2026-04-02T02:39:43Z</dcterms:created>
  <dcterms:modified xsi:type="dcterms:W3CDTF">2026-04-02T02:39:43Z</dcterms:modified>
</cp:coreProperties>
</file>