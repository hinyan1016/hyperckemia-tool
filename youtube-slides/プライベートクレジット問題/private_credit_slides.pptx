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金融リスク解説シリーズ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プライベートクレジット問題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とは何か？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3兆ドル市場のリスクをわかりやすく解説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プライベートクレジットとは？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銀行を介さず、投資ファンドが企業に直接融資する仕組み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194560" cy="1280160"/>
          </a:xfrm>
          <a:prstGeom prst="rect">
            <a:avLst>
              <a:gd name="adj" fmla="val 5714"/>
            </a:avLst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投資家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年金基金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保険会社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富裕層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出資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468880"/>
            <a:ext cx="2011680" cy="1280160"/>
          </a:xfrm>
          <a:prstGeom prst="rect">
            <a:avLst>
              <a:gd name="adj" fmla="val 5714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PC ファンド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ブラックストーン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アポロ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ブルー・アウル 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融資 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468880"/>
            <a:ext cx="2011680" cy="1280160"/>
          </a:xfrm>
          <a:prstGeom prst="rect">
            <a:avLst>
              <a:gd name="adj" fmla="val 5714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借り手企業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中堅・非上場企業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（銀行融資が困難）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🔒 非公開（市場で取引されない）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💰 高金利（8〜12%）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⏳ 低流動性（3〜7年ロック）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規制が緩い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爆発的に成長した市場規模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2000年頃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188720"/>
            <a:ext cx="457200" cy="457200"/>
          </a:xfrm>
          <a:prstGeom prst="rect">
            <a:avLst>
              <a:gd name="adj" fmla="val 10000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数百億$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2023年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103120"/>
            <a:ext cx="3200400" cy="457200"/>
          </a:xfrm>
          <a:prstGeom prst="rect">
            <a:avLst>
              <a:gd name="adj" fmla="val 10000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2.1兆$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17520"/>
            <a:ext cx="5029200" cy="45720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3〜3.4兆$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2029年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(予測)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931920"/>
            <a:ext cx="7315200" cy="45720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4.9兆$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25年間で数十倍  ―  IMF「監視の強化が必要」(2024年4月)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なぜここまで巨大化したのか？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リーマン後の銀行規制強化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バーゼルIII等で銀行がリスク融資を縮小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その「空白」をファンドが埋めた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長期ゼロ金利と利回り追求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年金・生保が目標利回り達成のため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高リターンのPCに資金を集中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セミリキッド型で個人にも開放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四半期5%まで解約可能な商品で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富裕層マネーが大量流入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3つの構造リスク ― 問題の本質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560320" cy="45720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評価の不透明性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非上場 → 市場価格なし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損失の表面化が遅れる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表面デフォルト率&lt;2% vs 実質約5%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347472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60320" cy="45720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流動性ミスマッチ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「四半期5%解約OK」のはずが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融資先は3〜7年満期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解約殺到時に取り付けリスク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347472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60320" cy="45720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銀行との相互依存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米銀→ノンバンク融資 約3,000億$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JPM単独で1,600億$（3倍増）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ファンド破綻 → 銀行に波及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2025〜2026年 何が起きたか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0" cy="384048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2025年10月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63093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First Brands・Tricolor 破綻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ダイモンCEO「まだゴキブリが出てくる」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00200" y="21488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2026年2月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965960"/>
            <a:ext cx="63093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2011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Blue Owl 解約停止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英MFS 経営破綻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00200" y="3108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2026年2-3月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926080"/>
            <a:ext cx="63093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971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BCRED 解約率7.9%（過去最大）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月次損失 -0.4%（3年超ぶり）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00200" y="40690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2026年3月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886200"/>
            <a:ext cx="63093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9319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BDC株価 → NAVの80%に下落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規制強化の議論が本格化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「第2のリーマン」になるのか？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28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0058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1005840"/>
            <a:ext cx="27432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比較項目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2008 サブプライム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 PC問題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1.5兆ドル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2〜3兆ドル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7772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構造の複雑さ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CDO多重証券化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リスク所在不明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直接融資主流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比較的シンプル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77724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レバレッジ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30〜40倍（極端）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相対的に低い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7772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銀行の備え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引当金不十分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現時点で大幅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積み増しなし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77724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格付AAA乱発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監視機能不全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069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IMF・中央銀行が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早期警戒中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709160"/>
            <a:ext cx="77724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現時点で直ちにリーマン級の危機に発展する可能性は低い ― ただし未検証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日本への影響は？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11480"/>
          </a:xfrm>
          <a:prstGeom prst="rect">
            <a:avLst>
              <a:gd name="adj" fmla="val 17778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🏢 機関投資家（生保・年金）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大手生保がPC投資を拡大してきた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破綻案件にエクスポージャーあり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現在は対象を厳選する方針に転換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11480"/>
          </a:xfrm>
          <a:prstGeom prst="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👤 個人投資家への間接影響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株式市場 ― 波及売りリスク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金融株 ― 銀行の融資損失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円相場 ― リスクオフで円高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生命保険 ― 運用損失の影響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影響の波及経路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1463040" cy="73152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米PC市場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749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43200" y="3794760"/>
            <a:ext cx="1463040" cy="73152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米銀損失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金融株下落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749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3794760"/>
            <a:ext cx="1463040" cy="731520"/>
          </a:xfrm>
          <a:prstGeom prst="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リスクオフ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円高圧力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3794760"/>
            <a:ext cx="1463040" cy="731520"/>
          </a:xfrm>
          <a:prstGeom prst="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生保運用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今後のシナリオ ― 3つのケース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2194560" cy="822960"/>
          </a:xfrm>
          <a:prstGeom prst="rect">
            <a:avLst>
              <a:gd name="adj" fmla="val 8889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ソフトランディング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やや高い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個別破綻は続くが波及は限定的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規制強化で市場が「成熟」へ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2194560" cy="822960"/>
          </a:xfrm>
          <a:prstGeom prst="rect">
            <a:avLst>
              <a:gd name="adj" fmla="val 8889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中規模ストレス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一定の可能性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514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景気減速＋複数ファンドで解約停止連鎖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金融株全体に売り圧力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86200"/>
            <a:ext cx="2194560" cy="822960"/>
          </a:xfrm>
          <a:prstGeom prst="rect">
            <a:avLst>
              <a:gd name="adj" fmla="val 8889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システミック危機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現時点では低い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8404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大手ファンド破綻 → 銀行の連鎖損失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深刻な景気後退が必要条件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ect">
            <a:avLst>
              <a:gd name="adj" fmla="val 1230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プライベートクレジット = ファンドが企業に直接融資する約3兆ドル市場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7680960" cy="594360"/>
          </a:xfrm>
          <a:prstGeom prst="rect">
            <a:avLst>
              <a:gd name="adj" fmla="val 1230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3大リスク: 評価の不透明性 / 流動性ミスマッチ / 銀行との相互依存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7680960" cy="594360"/>
          </a:xfrm>
          <a:prstGeom prst="rect">
            <a:avLst>
              <a:gd name="adj" fmla="val 1230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2025年末〜2026年: 破綻・解約急増で脆弱性が表面化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7680960" cy="594360"/>
          </a:xfrm>
          <a:prstGeom prst="rect">
            <a:avLst>
              <a:gd name="adj" fmla="val 1230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現時点で「第2のリーマン」の可能性は低いが、景気後退なら要注意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7680960" cy="594360"/>
          </a:xfrm>
          <a:prstGeom prst="rect">
            <a:avLst>
              <a:gd name="adj" fmla="val 1230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51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日本: 生保・年金を通じた間接影響 / 株式・為替への波及に注意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5029200"/>
            <a:ext cx="3657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74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パニックは不要 ― でも目を離さないこと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プライベートクレジット問題とは？ 3兆ドル市場のリスクをわかりやすく解説</dc:title>
  <dc:subject>PptxGenJS Presentation</dc:subject>
  <dc:creator>今村久司</dc:creator>
  <cp:lastModifiedBy>今村久司</cp:lastModifiedBy>
  <cp:revision>1</cp:revision>
  <dcterms:created xsi:type="dcterms:W3CDTF">2026-04-07T23:34:31Z</dcterms:created>
  <dcterms:modified xsi:type="dcterms:W3CDTF">2026-04-07T23:34:31Z</dcterms:modified>
</cp:coreProperties>
</file>