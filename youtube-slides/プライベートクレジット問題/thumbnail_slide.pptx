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65760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金融リスク解説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0" y="365760"/>
            <a:ext cx="3383280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0" y="3657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第2のリーマン？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プライベートクレジット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問題とは何か？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1828800" y="3246120"/>
            <a:ext cx="54864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3兆ドル市場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3大構造リスク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日本への影響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0392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2026-04-07T23:44:48Z</dcterms:created>
  <dcterms:modified xsi:type="dcterms:W3CDTF">2026-04-07T23:44:48Z</dcterms:modified>
</cp:coreProperties>
</file>