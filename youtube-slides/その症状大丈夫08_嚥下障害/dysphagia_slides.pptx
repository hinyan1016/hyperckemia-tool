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🍵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「むせやすくなった」は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老化のせい？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嚥下障害の早期サインと受診の目安を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食事中にむせることが増えた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🍵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お茶や水でむせやすい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薬の錠剤が飲みにくくなった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🗣️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食後に声がかすれる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食事に時間がかかるようになった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「嚥下」のしくみ ― 飲み込みの5段階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0332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10332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先行期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291840" y="1033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食べ物を目で見て認識し、硬さや量を判断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88720" y="17830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🦷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準備期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291840" y="17830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かんで唾液と混ぜ、飲み込みやすい塊にする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32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88720" y="253288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25328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291840" y="253288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舌を使って食べ物をのどに送り込む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826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188720" y="32826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32826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咽頭期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3291840" y="32826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のどの反射で食道に送る。喉頭蓋がフタをする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188720" y="40325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40325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食道期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3291840" y="403250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食道のぜん動運動で胃に運ぶ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嚥下障害の原因 ― 心配度で分類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12648"/>
          </a:xfrm>
          <a:prstGeom prst="rect">
            <a:avLst>
              <a:gd name="adj" fmla="val 14925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612648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軽度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加齢による筋力低下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のどの筋肉や反射の衰え。ゆっくり食べることで対応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3736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2880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逆流性食道炎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胃酸の逆流でのどに違和感。消化器内科で治療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12648"/>
          </a:xfrm>
          <a:prstGeom prst="rect">
            <a:avLst>
              <a:gd name="adj" fmla="val 14925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468880"/>
            <a:ext cx="109728" cy="612648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要注意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28800" y="2514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薬の副作用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抗精神病薬・抗コリン薬などが嚥下機能を低下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612648"/>
          </a:xfrm>
          <a:prstGeom prst="rect">
            <a:avLst>
              <a:gd name="adj" fmla="val 1492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00400"/>
            <a:ext cx="109728" cy="61264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要精査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8288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3246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脳幹の脳卒中で嚥下障害が主症状になることがある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12648"/>
          </a:xfrm>
          <a:prstGeom prst="rect">
            <a:avLst>
              <a:gd name="adj" fmla="val 1492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931920"/>
            <a:ext cx="109728" cy="612648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77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要精査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82880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パーキンソン病・MG・ALS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63440" y="3977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神経変性疾患や自己免疫疾患。初期症状のことも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見逃されやすい原因 ― 脳神経の病気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脳幹の脳卒中で嚥下障害が主症状に。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ワレンベルグ症候群ではめまい＋声がれ＋嚥下障害の3徴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92024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🤲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パーキンソン病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80160" y="2286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初期から嚥下機能が低下していることが多い。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誤嚥性肺炎はパーキンソン病の主な死因の一つ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💪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2880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重症筋無力症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80160" y="3200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食事の後半にむせが増えるのが特徴。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眼症状に次いで多い症状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109728" cy="7772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40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ALS（筋萎縮性側索硬化症）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80160" y="4114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球麻痺型では嚥下障害が初期症状。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飲み込みにくさや声のかすれで発症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高齢者に多い誤嚥性肺炎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31520"/>
          </a:xfrm>
          <a:prstGeom prst="rect">
            <a:avLst>
              <a:gd name="adj" fmla="val 125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315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 ＝ 食べ物や唾液が気管に入ってしまうこと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高齢者の肺炎死亡の多くは誤嚥性肺炎が原因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14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🤫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不顕性誤嚥に注意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むせずに誤嚥する「サイレント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アスピレーション」が最も危険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965960"/>
            <a:ext cx="4114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96596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0391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0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繰り返す発熱はサイン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0" y="24231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原因不明の肺炎や発熱が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繰り返すなら嚥下障害を疑う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4114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19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口腔ケアで予防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口の中の細菌を減らすことで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誤嚥しても肺炎リスクを軽減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3246120"/>
            <a:ext cx="4114800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24612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3192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🍽️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食事の工夫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0" y="3703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食べやすい形態の食事と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適切なとろみで予防できる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自分でできるチェック ― 3つのサイン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💧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反復唾液嚥下テスト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30秒間にできるだけ何回もつばを飲み込む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3回以上→正常 / 2回以下→要注意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🥛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水飲みテスト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30ml（大さじ2杯）の水をコップで飲む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むせたり声がかすれたりしたら要注意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🍽️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食事の観察サイン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むせが増えた / 食後に声が湿った感じ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食事に時間がかかるようになった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あくまで参考です。気になる場合は医師にご相談ください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こんな場合はすぐ受診 ― 危険なサイン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突然の嚥下障害＋めまい・ろれつ障害（脳卒中の可能性）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繰り返す発熱・原因不明の肺炎（不顕性誤嚥の可能性）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嚥下障害＋体重が急に減っている（食道がん等の可能性）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嚥下障害＋しゃべりにくさ・筋力低下の進行（ALS等の可能性）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🫁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食べ物がのどに完全に詰まって呼吸が苦しい（窒息の危険）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突然の嚥下障害＋めまい・ろれつ障害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食べ物がのどに詰まり呼吸困難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脳卒中・窒息の可能性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→119番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数週間以上続く / 体重減少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繰り返す発熱 / まぶた下垂・筋力低下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脳神経内科・耳鼻科を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受診して精査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たまにむせる程度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ゆっくり食べると問題ない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悪化したら受診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口腔ケアで予防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嚥下障害の検査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33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嚥下内視鏡検査（VE）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1033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鼻から内視鏡を入れて飲み込みを観察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0" y="1325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最も重要な検査の一つ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09928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嚥下造影検査（VF）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バリウム入り食品をX線で撮影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嚥下の全過程を評価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59736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459736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5328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25328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頭部MRI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0" y="25328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脳卒中・脳腫瘍の評価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0" y="28254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突然発症では必須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09544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9544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826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28269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血液検査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14800" y="32826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重症筋無力症の抗体・甲状腺・栄養状態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35753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原因の絞り込み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59352"/>
            <a:ext cx="8229600" cy="640080"/>
          </a:xfrm>
          <a:prstGeom prst="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59352"/>
            <a:ext cx="109728" cy="6400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0325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280160" y="4032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上部消化管内視鏡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114800" y="4032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食道の狭窄・腫瘍の評価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3251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食べ物が引っかかる場合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むせやすいのは年のせいですか？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加齢で嚥下機能は低下しますが「年のせい」で片付けるのは危険です。脳卒中やパーキンソン病が隠れている可能性があり、悪化傾向があれば受診をおすすめします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嚥下障害は治りますか？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原因によります。脳卒中後はリハビリで改善、重症筋無力症は薬で改善。パーキンソン病は進行を遅らせる治療があります。原因の特定と早期介入が重要です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とろみをつければ安心ですか？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水分にとろみをつけることは誤嚥予防に有効ですが、全員に同じとろみが適しているわけではありません。嚥下評価で適切な程度を確認することが大切です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むせやすくなったら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「むせ」を年のせいに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しない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脳卒中・パーキンソン病・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MG・ALSが隠れている可能性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突然の嚥下障害＋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めまい・ろれつ障害は緊急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脳卒中の可能性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すぐに119番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繰り返す発熱は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不顕性誤嚥のサイン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嚥下内視鏡検査（VE）で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嚥下機能を評価してもらおう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嚥下セルフチェックツール（概要欄にリンク）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次回：首が痛い ― 原因と見分け方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【その症状、大丈夫？#08】むせやすくなったは老化のせい？</dc:title>
  <dc:subject>PptxGenJS Presentation</dc:subject>
  <dc:creator>今村久司</dc:creator>
  <cp:lastModifiedBy>今村久司</cp:lastModifiedBy>
  <cp:revision>1</cp:revision>
  <dcterms:created xsi:type="dcterms:W3CDTF">2026-04-13T06:18:31Z</dcterms:created>
  <dcterms:modified xsi:type="dcterms:W3CDTF">2026-04-13T06:18:31Z</dcterms:modified>
</cp:coreProperties>
</file>