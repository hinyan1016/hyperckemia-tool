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😊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顔がピクピク動く…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これって何の病気？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片側顔面けいれんと</a:t>
            </a:r>
            <a:endParaRPr lang="en-US" sz="2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放置していいタイプの違い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その症状、大丈夫？ #04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まぶたが勝手にピクピクする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6596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😣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63040" y="2057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片側の目の周りがけいれんする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🗣️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口の端が勝手にひきつる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0332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94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😰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3794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疲れたときに顔がピクつく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371600" y="4572000"/>
            <a:ext cx="6400800" cy="182880"/>
          </a:xfrm>
          <a:prstGeom prst="rect">
            <a:avLst>
              <a:gd name="adj" fmla="val 50000"/>
            </a:avLst>
          </a:prstGeom>
          <a:solidFill>
            <a:srgbClr val="E885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顔のピクつき ― 3つのタイプ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566160"/>
          </a:xfrm>
          <a:prstGeom prst="rect">
            <a:avLst>
              <a:gd name="adj" fmla="val 3333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09728" cy="356616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眼瞼ミオキミア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まぶたのピクピク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011680" cy="0"/>
          </a:xfrm>
          <a:prstGeom prst="line">
            <a:avLst/>
          </a:prstGeom>
          <a:noFill/>
          <a:ln w="12700">
            <a:solidFill>
              <a:srgbClr val="28A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最も多い！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ほとんど心配不要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3566160"/>
          </a:xfrm>
          <a:prstGeom prst="rect">
            <a:avLst>
              <a:gd name="adj" fmla="val 3333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109728" cy="35661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097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片側顔面けいれん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片側の目〜口のけいれん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2011680"/>
            <a:ext cx="2011680" cy="0"/>
          </a:xfrm>
          <a:prstGeom prst="line">
            <a:avLst/>
          </a:prstGeom>
          <a:noFill/>
          <a:ln w="12700">
            <a:solidFill>
              <a:srgbClr val="E885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治療が必要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3566160"/>
          </a:xfrm>
          <a:prstGeom prst="rect">
            <a:avLst>
              <a:gd name="adj" fmla="val 3333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109728" cy="35661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097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眼瞼けいれん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26364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両側のまぶたの閉じ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2011680"/>
            <a:ext cx="2011680" cy="0"/>
          </a:xfrm>
          <a:prstGeom prst="line">
            <a:avLst/>
          </a:prstGeom>
          <a:noFill/>
          <a:ln w="12700">
            <a:solidFill>
              <a:srgbClr val="DC3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目が開けにくい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脳神経内科へ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まずは「どこが」「どう」動くかで分類します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眼瞼ミオキミア ― 心配不要タイプ（最多！）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>
              <a:gd name="adj" fmla="val 10000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1440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まぶたの一部が細かくピクピク → ほとんどの場合、数日で自然に治る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A745"/>
                </a:solidFill>
              </a:rPr>
              <a:t>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片方のまぶた（上か下）の一部だけがピクピク動く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A745"/>
                </a:solidFill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自分では気になるが、他人からは気づかれないことが多い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A745"/>
                </a:solidFill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疲労・睡眠不足・カフェイン・ストレスで起きやすい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A745"/>
                </a:solidFill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数日〜数週間で自然に消える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A745"/>
                </a:solidFill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160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休息・カフェイン減量・睡眠確保で改善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片側顔面けいれん ― 治療が必要なタイプ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>
              <a:gd name="adj" fmla="val 10000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144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片側の目の周り → 頬 → 口角へ徐々に広がるけいれん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84048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109728" cy="2194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特徴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・片側だけに起きる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・目→頬→口角の順に広がる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・緊張やストレスで悪化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・寝ている間も起きる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・40〜60代の女性に多い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2194560"/>
            <a:ext cx="384048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194560"/>
            <a:ext cx="109728" cy="21945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原因と治療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20640" y="2743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原因: 顔面神経が血管に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圧迫されること（多くの場合）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治療法: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3703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ボツリヌス毒素注射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微小血管減圧術（根治）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内服薬（補助的）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眼瞼けいれん ― 目が開けにくいタイプ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>
              <a:gd name="adj" fmla="val 100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144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両目のまぶたが不随意に閉じてしまい、目が開けにくくなる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「ピクピク」よりも「目が開けにくい」が主症状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両側に起きる（片側顔面けいれんとの大きな違い）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明るい光・風・ストレスで悪化する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重症では実質的に目が見えない状態（機能的失明）に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160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ドライアイや眼精疲労と誤診されやすい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3つのタイプ ― 比較表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1645920" cy="530352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96012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960120"/>
            <a:ext cx="2377440" cy="530352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9601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眼瞼ミオキミア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23360" y="960120"/>
            <a:ext cx="2560320" cy="530352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片側顔面けいれん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960120"/>
            <a:ext cx="2560320" cy="530352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眼瞼けいれん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1490472"/>
            <a:ext cx="1645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" y="149047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場所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45920" y="1490472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149047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まぶたの一部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23360" y="1490472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4904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 目→頬→口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1490472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4904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両側のまぶた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2020824"/>
            <a:ext cx="164592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" y="202082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見え方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645920" y="2020824"/>
            <a:ext cx="237744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202082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ピクピク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023360" y="2020824"/>
            <a:ext cx="256032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202082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ギュッと収縮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0" y="2020824"/>
            <a:ext cx="256032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202082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目が閉じる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2551176"/>
            <a:ext cx="1645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" y="255117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645920" y="2551176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255117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疲労・ストレス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023360" y="2551176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255117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血管の圧迫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0" y="2551176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255117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脳の機能異常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0" y="3081528"/>
            <a:ext cx="164592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" y="308152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経過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645920" y="3081528"/>
            <a:ext cx="237744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0" y="308152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自然に治る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023360" y="3081528"/>
            <a:ext cx="256032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30815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徐々に悪化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583680" y="3081528"/>
            <a:ext cx="256032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30815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徐々に悪化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0" y="3611880"/>
            <a:ext cx="1645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" y="3611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645920" y="3611880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0" y="36118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休息で十分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023360" y="361188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0" y="36118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ボトックス/手術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583680" y="361188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36118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ボトックス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0" y="4142232"/>
            <a:ext cx="164592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" y="414223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緊急性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1645920" y="4142232"/>
            <a:ext cx="237744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37360" y="414223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低い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4023360" y="4142232"/>
            <a:ext cx="256032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0" y="41422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受診推奨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583680" y="4142232"/>
            <a:ext cx="256032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75120" y="41422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受診推奨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ボツリヌス毒素注射（ボトックス）とは？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>
              <a:gd name="adj" fmla="val 1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144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けいれんしている筋肉に少量のボツリヌス毒素を注射し、筋肉の過剰な収縮を和らげる治療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114800" cy="1188720"/>
          </a:xfrm>
          <a:prstGeom prst="rect">
            <a:avLst>
              <a:gd name="adj" fmla="val 7692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48840"/>
            <a:ext cx="109728" cy="118872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効果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97280" y="2651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注射後2〜3日で効き始め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3〜4ヶ月間持続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2148840"/>
            <a:ext cx="4114800" cy="1188720"/>
          </a:xfrm>
          <a:prstGeom prst="rect">
            <a:avLst>
              <a:gd name="adj" fmla="val 7692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148840"/>
            <a:ext cx="109728" cy="11887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回数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486400" y="2651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効果が切れたら再注射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（年3〜4回が目安）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4114800" cy="1188720"/>
          </a:xfrm>
          <a:prstGeom prst="rect">
            <a:avLst>
              <a:gd name="adj" fmla="val 7692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520440"/>
            <a:ext cx="109728" cy="11887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9728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保険適用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097280" y="4023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片側顔面けいれんと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眼瞼けいれんは保険適用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3520440"/>
            <a:ext cx="4114800" cy="1188720"/>
          </a:xfrm>
          <a:prstGeom prst="rect">
            <a:avLst>
              <a:gd name="adj" fmla="val 7692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520440"/>
            <a:ext cx="109728" cy="11887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48640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副作用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486400" y="4023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注射部位の腫れ・まぶた下垂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（一時的・軽度が多い）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こんな場合は受診を ― チェックポイント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ピクつきが1ヶ月以上続いている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64792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05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181051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目の周りから頬・口角に広がってきた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78024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237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52374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目が開けにくくて日常生活に支障がある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91256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369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23697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顔の片側の麻痺（口角が下がる等）を伴う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04488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502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395020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急にピクつきが始まり、頭痛や視力障害もある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371600" y="4617720"/>
            <a:ext cx="6400800" cy="137160"/>
          </a:xfrm>
          <a:prstGeom prst="rect">
            <a:avLst>
              <a:gd name="adj" fmla="val 66667"/>
            </a:avLst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受診の目安 ― 緊急度3段階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すぐ受診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顔面の麻痺を伴う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頭痛・視力障害がある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脳卒中や腫瘍の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可能性 → 救急へ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早めに受診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ピクつきが広がってきた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1ヶ月以上続いている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脳神経内科を受診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ボトックス治療の相談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様子見OK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まぶただけ・数日で改善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疲労時のみ出る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休息・睡眠確保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悪化したら受診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まぶたのピクつき ― セルフケア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十分な睡眠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7〜8時間の睡眠を確保。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寝不足は最大のトリガー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☕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カフェイン減量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57784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コーヒーは1日2杯まで。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エナジードリンクも注意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8872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目の休息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8872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PC・スマホの20分ルール。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20分ごとに20秒遠くを見る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🧘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7784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ストレス管理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57784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リラックス法を取り入れる。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深呼吸・軽い運動が有効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顔のピクつきで覚えておきたい3つ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まぶただけのピクピクは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ほとんど心配不要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眼瞼ミオキミア（最多）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休息で自然に治る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片側で広がるけいれんは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脳神経内科へ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片側顔面けいれんの可能性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ボトックスで改善できる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顔面麻痺を伴う場合は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すぐ受診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脳卒中や腫瘍の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可能性を除外する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55448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チャンネル登録・高評価よろしくお願いします！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🔗 ブログ記事で詳しく読む（概要欄にリンク）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🔍 顔のピクつきセルフチェックツール（概要欄にリンク）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📺 次回：寝ている時に足がつる ― 危険なサインの見分け方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【その症状、大丈夫？#04】顔がピクピク動く</dc:title>
  <dc:subject>PptxGenJS Presentation</dc:subject>
  <dc:creator>今村久司</dc:creator>
  <cp:lastModifiedBy>今村久司</cp:lastModifiedBy>
  <cp:revision>1</cp:revision>
  <dcterms:created xsi:type="dcterms:W3CDTF">2026-04-13T03:32:43Z</dcterms:created>
  <dcterms:modified xsi:type="dcterms:W3CDTF">2026-04-13T03:32:43Z</dcterms:modified>
</cp:coreProperties>
</file>