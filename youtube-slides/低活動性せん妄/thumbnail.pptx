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137160"/>
            <a:ext cx="3657600" cy="777240"/>
          </a:xfrm>
          <a:prstGeom prst="rect">
            <a:avLst/>
          </a:prstGeom>
          <a:solidFill>
            <a:srgbClr val="DC3545"/>
          </a:solidFill>
          <a:ln/>
          <a:effectLst>
            <a:outerShdw sx="100000" sy="100000" kx="0" ky="0" algn="bl" rotWithShape="0" blurRad="762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0" y="1371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見逃し厳禁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「静かな」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せん妄</a:t>
            </a:r>
            <a:endParaRPr lang="en-US" sz="80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0292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00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低活動性せん妄を見逃さない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463040" cy="1051560"/>
          </a:xfrm>
          <a:prstGeom prst="rect">
            <a:avLst/>
          </a:prstGeom>
          <a:solidFill>
            <a:srgbClr val="2C5AA0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3794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4434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40280" y="3840480"/>
            <a:ext cx="1463040" cy="1051560"/>
          </a:xfrm>
          <a:prstGeom prst="rect">
            <a:avLst/>
          </a:prstGeom>
          <a:solidFill>
            <a:srgbClr val="7B2D8E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40280" y="3794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2240280" y="4434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注意力↓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931920" y="3840480"/>
            <a:ext cx="1463040" cy="1051560"/>
          </a:xfrm>
          <a:prstGeom prst="rect">
            <a:avLst/>
          </a:prstGeom>
          <a:solidFill>
            <a:srgbClr val="DC3545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0" y="3794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3931920" y="4434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無関心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23560" y="3840480"/>
            <a:ext cx="1463040" cy="1051560"/>
          </a:xfrm>
          <a:prstGeom prst="rect">
            <a:avLst/>
          </a:prstGeom>
          <a:solidFill>
            <a:srgbClr val="E8850C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3794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623560" y="4434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食欲↓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315200" y="3840480"/>
            <a:ext cx="1463040" cy="1051560"/>
          </a:xfrm>
          <a:prstGeom prst="rect">
            <a:avLst/>
          </a:prstGeom>
          <a:solidFill>
            <a:srgbClr val="28A745"/>
          </a:solidFill>
          <a:ln/>
          <a:effectLst>
            <a:outerShdw sx="100000" sy="100000" kx="0" ky="0" algn="bl" rotWithShape="0" blurRad="635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37947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315200" y="44348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昼夜逆転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17920" y="1280160"/>
            <a:ext cx="2560320" cy="2011680"/>
          </a:xfrm>
          <a:prstGeom prst="rect">
            <a:avLst/>
          </a:prstGeom>
          <a:solidFill>
            <a:srgbClr val="1B3A5C"/>
          </a:solidFill>
          <a:ln w="25400">
            <a:solidFill>
              <a:srgbClr val="E8850C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1325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全体の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17920" y="17373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</a:t>
            </a:r>
            <a:endParaRPr lang="en-US" sz="6000" dirty="0"/>
          </a:p>
        </p:txBody>
      </p:sp>
      <p:sp>
        <p:nvSpPr>
          <p:cNvPr id="28" name="Text 26"/>
          <p:cNvSpPr/>
          <p:nvPr/>
        </p:nvSpPr>
        <p:spPr>
          <a:xfrm>
            <a:off x="6217920" y="2697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が見逃される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2026-04-09T06:22:34Z</dcterms:created>
  <dcterms:modified xsi:type="dcterms:W3CDTF">2026-04-09T06:22:34Z</dcterms:modified>
</cp:coreProperties>
</file>