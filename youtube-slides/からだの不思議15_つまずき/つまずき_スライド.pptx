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「最近つまずきやすい」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は脳の問題？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歩行とつまずきの原因を解剖学レベルで解説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88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「段差でもないのに、なぜかつまずいた」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4231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「足が地面に引っかかってよろめく」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6576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「歩き始めの一歩がうまく出ない」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「老化だから仕方ない」と放置するのは危険です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歩行を支える5つのシステム ― 脳から筋肉まで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1005840"/>
            <a:ext cx="1600200" cy="5486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1005840"/>
            <a:ext cx="1600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大脳運動野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・補足運動野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6459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随意的な歩行開始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歩行プログラムの指令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100584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20240" y="1005840"/>
            <a:ext cx="160020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005840"/>
            <a:ext cx="1600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基底核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6459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歩行リズム調整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動作の自動化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100584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1005840"/>
            <a:ext cx="16002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005840"/>
            <a:ext cx="1600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16459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四肢の協調運動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05840"/>
            <a:ext cx="1600200" cy="5486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005840"/>
            <a:ext cx="1600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脊髄・末梢神経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6459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運動指令を足へ伝達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足底感覚を脳へ伝達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100584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69480" y="1005840"/>
            <a:ext cx="160020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1005840"/>
            <a:ext cx="1600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筋骨格系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60920" y="16459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地面を蹴る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体を支える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7160" y="4572000"/>
            <a:ext cx="882396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どこかに障害が生じると、特有の「歩き方の乱れ」やつまずきが現れる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解剖学レベル別 ― つまずきの原因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20116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914400"/>
            <a:ext cx="23774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Shape 4"/>
          <p:cNvSpPr/>
          <p:nvPr/>
        </p:nvSpPr>
        <p:spPr>
          <a:xfrm>
            <a:off x="4526280" y="914400"/>
            <a:ext cx="44805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障害レベル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914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代表的な疾患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914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特徴的な歩行・症状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" y="1371600"/>
            <a:ext cx="8823960" cy="5212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" y="1371600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中枢神経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（脳・脊髄）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371600"/>
            <a:ext cx="237744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正常圧水頭症（NPH）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371600"/>
            <a:ext cx="448056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小刻み・すり足・極端に狭い歩幅。認知低下・尿失禁を伴う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" y="1892808"/>
            <a:ext cx="882396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8928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892808"/>
            <a:ext cx="448056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前傾姿勢・すくみ足（前に踏み出せない）。方向転換で転倒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414016"/>
            <a:ext cx="8823960" cy="5212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2414016"/>
            <a:ext cx="237744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頸椎症性脊髄症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414016"/>
            <a:ext cx="448056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手指の巧緻障害＋両足のぎこちなさ。階段の下りが特に不安定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" y="2935224"/>
            <a:ext cx="882396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148840" y="2935224"/>
            <a:ext cx="237744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小脳疾患・脳幹梗塞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2935224"/>
            <a:ext cx="448056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千鳥足のふらつき・足を広げて歩く。目を閉じると悪化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" y="3456432"/>
            <a:ext cx="8823960" cy="5212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" y="3456432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48840" y="3456432"/>
            <a:ext cx="237744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多発神経障害（PN）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3456432"/>
            <a:ext cx="448056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足底の感覚鈍麻・しびれ・垂れ足。暗所や凹凸で転倒しやすい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" y="3977640"/>
            <a:ext cx="882396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148840" y="3977640"/>
            <a:ext cx="237744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腓骨神経麻痺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3977640"/>
            <a:ext cx="448056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片側のつま先が上がらない「ぱたぱた」歩き。膝下外側のしびれ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" y="4498848"/>
            <a:ext cx="8823960" cy="5212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" y="4498848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筋骨格系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48840" y="4498848"/>
            <a:ext cx="237744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サルコペニア・フレイル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4498848"/>
            <a:ext cx="4480560" cy="5212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全体的な筋力低下。椅子から立つのが辛い。段差でつまずく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中枢神経の原因 ― 早期対処で改善できる疾患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7889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05840"/>
            <a:ext cx="2788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正常圧水頭症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（NPH）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小刻み・すり足歩行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14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認知機能低下を伴う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91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尿失禁の3徴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4114800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シャント術で改善する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数少ない「治せる」歩行障害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100584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05840"/>
            <a:ext cx="278892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1005840"/>
            <a:ext cx="2788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91840" y="1783080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17373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すくみ足・前傾姿勢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2560320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2514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歩き始めの一歩が出ない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3337560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3291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方向転換で転倒しやすい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4114800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振戦・動作緩慢を伴う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薬物療法が有効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005840"/>
            <a:ext cx="278892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005840"/>
            <a:ext cx="2788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頸椎症性脊髄症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178308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17373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両足のぎこちない歩き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256032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514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手指の巧緻障害を伴う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333756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291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ボタン・箸が難しくなる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11480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中高年に多い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整形外科・脳神経外科で評価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末梢神経の原因 ― 感覚障害・垂れ足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114800" cy="5486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05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多発神経障害（PN）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292608" cy="292608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足底のしびれ・感覚鈍麻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92608" cy="292608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500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足先が上がりにくい（垂れ足）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81528"/>
            <a:ext cx="292608" cy="292608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083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暗所・凹凸での転倒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739896"/>
            <a:ext cx="292608" cy="292608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糖尿病・飲酒・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ビタミンB12欠乏が主な原因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398264"/>
            <a:ext cx="292608" cy="292608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251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目を閉じると不安定さ増強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297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05840"/>
            <a:ext cx="429768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005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腓骨神経麻痺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764792"/>
            <a:ext cx="292608" cy="29260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6916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片側の足背屈障害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（つま先が上がらない）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292608" cy="29260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3500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「ぱたぱた」した歩き方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081528"/>
            <a:ext cx="292608" cy="29260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0083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膝下外側〜足背のしびれ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3739896"/>
            <a:ext cx="292608" cy="29260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36667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長時間の足組み・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急激な体重減少が誘因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4398264"/>
            <a:ext cx="292608" cy="29260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43251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多くは保存的治療で回復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筋骨格系の原因 ― サルコペニア・フレイル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サルコペニア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加齢による筋肉量・筋力・身体機能の低下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2286000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2286000"/>
            <a:ext cx="278892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2286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主な症状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椅子から立つのが辛い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段差でよくつまずく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9227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歩くのが遅くなった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4439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握力の低下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54680" y="2286000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2286000"/>
            <a:ext cx="278892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2286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チェック方法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握力: 男性&lt;28kg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女性&lt;18kg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歩行速度: &lt;1.0m/s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39227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椅子立ち上がりテスト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5回で&gt;12秒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286000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286000"/>
            <a:ext cx="278892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286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対策・予防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タンパク質を1日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体重×1.2g摂取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レジスタンス運動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週2〜3回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9227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日光浴・ビタミンD補充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44439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有酸素運動との組み合わせ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受診判断フロー ― こんなときは要注意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11480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早めに受診が必要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数週〜数か月で急に歩行悪化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ふるえ・動作の遅さが出てきた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パーキンソン病を疑う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認知機能低下＋尿失禁を伴う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正常圧水頭症を疑う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首・手のしびれが同時に悪化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頸椎症を疑う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片側の足先だけ上がらない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25196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糖尿病治療中の足のしびれ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297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42976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すぐ救急受診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! 突然の強いふらつき・片側脱力・言語障害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脳卒中の疑い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029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! 転倒後の激しい頭痛・意識がぼんやり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硬膜下血腫の疑い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4140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! 両足が急に動かない・排尿ができない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脊髄圧迫の疑い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297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17520"/>
            <a:ext cx="429768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017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相談先の目安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神経症状を伴う → 脳神経内科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痛みが主体 → 整形外科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迷ったら → かかりつけ医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つまずきの原因は脳・脊髄・末梢神経・筋骨格系の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どのレベルかによって全く異なる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640080" cy="64008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正常圧水頭症・パーキンソン病・頸椎症は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早期対処で改善できる可能性がある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「どんな状況で」「どちらの足が」「他にどんな症状が」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を観察することが診断の鍵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74320" y="406908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977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「年だから仕方ない」と放置せず、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気になったら専門家に相談を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「最近つまずきやすい」は脳の問題？ ― 歩行とつまずきの原因を解剖学レベルで解説</dc:title>
  <dc:subject>PptxGenJS Presentation</dc:subject>
  <dc:creator>今村久司</dc:creator>
  <cp:lastModifiedBy>今村久司</cp:lastModifiedBy>
  <cp:revision>1</cp:revision>
  <dcterms:created xsi:type="dcterms:W3CDTF">2026-04-02T02:39:31Z</dcterms:created>
  <dcterms:modified xsi:type="dcterms:W3CDTF">2026-04-02T02:39:31Z</dcterms:modified>
</cp:coreProperties>
</file>