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からだの不思議 #15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つまずきやすい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 脳の問題？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828800" y="324612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5つの歩行システム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NPH・パーキンソン病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受診判断フロー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2026-04-02T02:39:27Z</dcterms:created>
  <dcterms:modified xsi:type="dcterms:W3CDTF">2026-04-02T02:39:27Z</dcterms:modified>
</cp:coreProperties>
</file>