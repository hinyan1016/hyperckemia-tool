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#14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しびれが出たら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何科を受診すればいい？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脳神経内科・整形外科・内科の使い分け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こんな経験ありませんか？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1887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「手がしびれてきた。どこの病院に行けばいいんだろう…？」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4231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「足のしびれが続くけど、整形外科でいいのかな？」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6576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「整形外科で異常なしと言われたのに、しびれが治らない」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原因によって受診すべき科がまったく異なります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しびれの神経解剖 ― 中枢性 vs 末梢性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中枢性しびれ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場所：脳・脊髄が原因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脳梗塞・脳出血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多発性硬化症・脊髄炎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703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体の片側全体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（顔＋腕＋足）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体幹レベル以下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末梢性しびれ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🦴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93776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場所：末梢神経・脊椎が原因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頸椎症・手根管症候群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糖尿病性神経障害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ビタミンB12欠乏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7033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特定の指だけ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足の裏だけ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両足がじわじわ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「場所のパターン」が受診科の選択に直結する最大の手がかり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どの科に行けばいい？ ― 科別の対象疾患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2860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468880" y="960120"/>
            <a:ext cx="32004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0" y="960120"/>
            <a:ext cx="329184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960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診療科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960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主な対象疾患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0" y="960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しびれのパターン例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1463040"/>
            <a:ext cx="8778240" cy="1143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" y="1463040"/>
            <a:ext cx="91440" cy="11430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463040"/>
            <a:ext cx="201168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1463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脳梗塞・多発性硬化症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ギランバレー症候群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糖尿病性神経障害・脊髄炎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0" y="14630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片側の顔+腕+足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体幹レベル以下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両足先のじわじわ感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2880" y="2606040"/>
            <a:ext cx="877824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" y="2606040"/>
            <a:ext cx="91440" cy="11430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606040"/>
            <a:ext cx="201168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整形外科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2606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頸椎症・椎間板ヘルニア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手根管症候群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脊柱管狭窄症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6060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首の動きで変化する腕のしびれ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親指〜中指3本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腰痛＋片足のしびれ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82880" y="3749040"/>
            <a:ext cx="8778240" cy="1143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82880" y="3749040"/>
            <a:ext cx="91440" cy="11430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49040"/>
            <a:ext cx="201168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（糖尿病・代謝）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68880" y="3749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糖尿病性末梢神経障害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ビタミンB12欠乏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甲状腺機能低下症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7490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両足先から対称性に上がる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足先の灼熱感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慢性・緩徐進行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" y="4663440"/>
            <a:ext cx="877824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「整形外科で異常なし」でも安心しないで ― 内科的・神経内科的な原因が隠れることがある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受診科の選び方フローチャート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9875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Q1　突然起きた（数分〜数時間）しびれ？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 顔・腕・足が片側 / ろれつ / 視野異常を伴う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 すぐ救急へ。脳卒中の可能性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67128"/>
            <a:ext cx="548640" cy="54864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011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Q2　首や腰を動かすと悪化する？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 腕や足の特定の指だけしびれる？ 首・腰の痛みを伴う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51460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 整形外科　頸椎・腰椎・手根管症候群を疑う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008376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91256"/>
            <a:ext cx="548640" cy="5486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91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0358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Q3　糖尿病・大量飲酒・偏食がある？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 両足先からじわじわ上がってくる？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53872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 内科（糖尿病内科）　代謝・栄養性の末梢神経障害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4032504"/>
            <a:ext cx="8595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215384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153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05993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Q4　上記に当てはまらない？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 体の片側だけ・特定レベル以下・再発を繰り返す？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56285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 脳神経内科　脳・脊髄・複合的な末梢神経疾患を精査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救急へ ― 脳卒中のFASTサイン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057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2057400" cy="7315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868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8686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1645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顔のゆがみ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1874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笑ったとき片側の口角が下がる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95728" y="868680"/>
            <a:ext cx="2057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868680"/>
            <a:ext cx="2057400" cy="7315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2395728" y="868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01568" y="8686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95728" y="1645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腕の脱力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87168" y="2194560"/>
            <a:ext cx="1874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両腕を前に出すと片側が下がる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08576" y="868680"/>
            <a:ext cx="2057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08576" y="868680"/>
            <a:ext cx="2057400" cy="73152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8" name="Text 16"/>
          <p:cNvSpPr/>
          <p:nvPr/>
        </p:nvSpPr>
        <p:spPr>
          <a:xfrm>
            <a:off x="4608576" y="868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614416" y="8686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08576" y="1645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言語障害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00016" y="2194560"/>
            <a:ext cx="1874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ろれつが回らない・言葉が出ない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21424" y="868680"/>
            <a:ext cx="2057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868680"/>
            <a:ext cx="2057400" cy="7315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6821424" y="8686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827264" y="8686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21424" y="1645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発症時刻の確認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12864" y="2194560"/>
            <a:ext cx="18745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治療の時間窓（4.5時間以内）がある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206240"/>
            <a:ext cx="8595360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245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しびれだけの脳梗塞（感覚性脳卒中）も存在します
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突然起きたしびれは、FASTがなくても救急を受診してください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末梢性しびれの代表例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手根管症候群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整形外科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184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親指〜薬指（手のひら側）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夜間・早朝に悪化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ポイント：妊娠・甲状腺低下・透析があれば内科も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416052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960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糖尿病性神経障害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60920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内科・神経内科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184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両足先から対称性に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灼熱感・しびれが上がる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3774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ポイント：血糖コントロール改善が治療の柱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416052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頸椎椎間板ヘルニア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926080" y="2880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整形外科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538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首の動きで悪化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腕の特定の指だけしびれる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ポイント：難治例・脊髄症は脳神経外科も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8803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80360"/>
            <a:ext cx="4160520" cy="4114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多発性硬化症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60920" y="28803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パターン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5387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数週間で部位が変わる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体幹レベル以下がすべてしびれる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42976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ポイント：若い女性に多い・再発を繰り返す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こんなときは脳神経内科への受診を急いで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56692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33856"/>
            <a:ext cx="310896" cy="31089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33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片側の顔・腕・足がすべてしびれる（同時に起きる）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64208"/>
            <a:ext cx="109728" cy="56692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792224"/>
            <a:ext cx="310896" cy="31089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66420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数週間で体の別の場所に広がった（多発性硬化症など）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322576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22576"/>
            <a:ext cx="109728" cy="56692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450592"/>
            <a:ext cx="310896" cy="31089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32257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体の胸・腰の高さより下の全体がしびれる（脊髄病変）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2980944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80944"/>
            <a:ext cx="109728" cy="56692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3108960"/>
            <a:ext cx="310896" cy="31089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108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980944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足がしびれると同時に力が入りにくい・歩きにくい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39312"/>
            <a:ext cx="109728" cy="56692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767328"/>
            <a:ext cx="310896" cy="31089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0120" y="363931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排尿・排便のコントロールが急に悪くなった（緊急サイン）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97680"/>
            <a:ext cx="109728" cy="56692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4425696"/>
            <a:ext cx="310896" cy="310896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42976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糖尿病がないのに両足がじわじわとしびれて悪化する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74320" y="4983480"/>
            <a:ext cx="8595360" cy="914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9728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960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しびれの原因は「中枢性（脳・脊髄）」と「末梢性（末梢神経・骨格系）」に大別される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92024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1920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「場所のパターン」が受診科の最大の手がかり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片側の顔+腕+足 → 脳神経内科　首の動きで変化 → 整形外科　両足じわじわ → 内科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2880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突然起きた片側のしびれはFASTを確認し、迷わず救急へ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「しびれだけの脳梗塞」も存在する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822960"/>
          </a:xfrm>
          <a:prstGeom prst="roundRect">
            <a:avLst>
              <a:gd name="adj" fmla="val 11111"/>
            </a:avLst>
          </a:prstGeom>
          <a:solidFill>
            <a:srgbClr val="243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977640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3840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「整形外科で異常なし」でも原因が見つかっていなければ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脳神経内科への相談を恐れないで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828800" y="4754880"/>
            <a:ext cx="5486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  ｜  チャンネル登録よろしくお願いします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しびれが出たら何科？ ― 脳神経内科・整形外科・内科の使い分け</dc:title>
  <dc:subject>PptxGenJS Presentation</dc:subject>
  <dc:creator>今村久司</dc:creator>
  <cp:lastModifiedBy>今村久司</cp:lastModifiedBy>
  <cp:revision>1</cp:revision>
  <dcterms:created xsi:type="dcterms:W3CDTF">2026-04-02T02:39:28Z</dcterms:created>
  <dcterms:modified xsi:type="dcterms:W3CDTF">2026-04-02T02:39:28Z</dcterms:modified>
</cp:coreProperties>
</file>