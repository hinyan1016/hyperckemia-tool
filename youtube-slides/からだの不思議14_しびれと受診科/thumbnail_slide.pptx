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#14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しびれは何科？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正しい受診先を知る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828800" y="324612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整形外科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内科の違い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2026-04-02T02:39:35Z</dcterms:created>
  <dcterms:modified xsi:type="dcterms:W3CDTF">2026-04-02T02:39:35Z</dcterms:modified>
</cp:coreProperties>
</file>