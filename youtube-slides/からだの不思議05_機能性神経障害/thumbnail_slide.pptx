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402336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からだの不思議 #05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ストレスで本当に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体は動かなくなるのか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1828800" y="306324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291840"/>
            <a:ext cx="269748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2918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FND＝本物の神経疾患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54680" y="3291840"/>
            <a:ext cx="2697480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32918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脳の「ソフトウェア」の異常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3291840"/>
            <a:ext cx="2697480" cy="5943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32918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早期診断で回復できる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" y="43434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2026-04-01T03:25:53Z</dcterms:created>
  <dcterms:modified xsi:type="dcterms:W3CDTF">2026-04-01T03:25:53Z</dcterms:modified>
</cp:coreProperties>
</file>