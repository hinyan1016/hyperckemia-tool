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皆さん、こんにちは。
脳神経内科医のひにゃんです。
今日は、不明熱、FUOの鑑別・完全ロードマップ、
というテーマでお話しします。
不明熱の診療で、
とりあえず感染症科に相談する、
とりあえず膠原病の採血を網羅的に出す、
こんな経験はありませんか？
FUOは鑑別疾患が100種類を超えると言われ、
どこから手をつければいいかわからない、
という声を現場でよく聞きます。
今日お伝えしたいのは、
病名を闇雲に並べるのではなく、
PDC、患者から得られた手がかりが、
次の検査を決める、という考え方です。
この3段階アプローチを身につければ、
不明熱診療で迷う時間を、
大幅に短縮できます。
ぜひ最後までご覧ください。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まず、不明熱の定義を確認しましょう。
古典的な定義は、ピータースドルフ・ビーソン、
1961年のもので、
38.3度以上の発熱が3週間以上持続し、
1週間の入院精査でも原因不明、というものです。
教科書でよく目にする定義です。
ただし現代では、入院精査を必須としない、
最低限の標準検査を行っても、
原因が不明な状態、という、
より質的・実践的な定義が広まっています。
ここで重要なのが、
どの定義を使うかによって、
感染症の割合や、未診断の割合が、
大きく変わるという点です。
2024年のメタ解析でもこれが示されており、
文献のFUO頻度データを読むときは、
必ず定義と時代背景を、確認する必要があります。
現代は早期に検査を行うため、
未診断や非感染性疾患の割合が、
増加傾向にあります。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FUO診療で最初にやるべきことは、
目の前の患者がどのカテゴリに属するかを、
決めることです。
4つのカテゴリがあります。
1つ目は、古典型。
免疫能がおおむね保たれた患者で、
感染症、炎症性疾患、悪性腫瘍を、
同じ重みで並べる必要があります。
2つ目は、好中球減少。
免疫不全の緊急病態です。
感染症を最優先に考え、菌血症、侵襲性真菌症、
カテーテル感染を早急に検索します。
3つ目は、院内発熱。
入院後に出現した発熱です。
薬剤熱、深部膿瘍、
クロストリジウム・ディフィシル、
PE、カテーテル感染を優先します。
4つ目は、HIV関連。
CD4数とアート状況によって、
鑑別が大きく変わります。
結核が最重要で、NTM、PCP、
CMV、リンパ腫なども考えます。
このカテゴリ分類が、
以降の思考の出発点になります。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古典型FUOと判断したら、
次のステップは疾患を、
5つの引き出しに整理することです。
1番の引き出しは、感染症。
結核、心内膜炎、膿瘍など。
2番は、非感染性炎症性疾患。
膠原病や血管炎。
日本ではこれが実は最多です。
3番は、悪性腫瘍。
リンパ腫、白血病、腎細胞癌など。
4番は、その他。
薬剤熱、PE、DVT、内分泌疾患など。
そして5番が、未診断。
全て調べても、20から50パーセントは、
ここに行き着きます。
コアメッセージは、
疾患名を闇雲に挙げるのではなく、
まずこの5つの引き出しに情報を整理することです。
これだけで思考が整理され、
次に何をすべきかが見えてきます。
日本の多施設前向き研究では、
FUOの最多原因は感染症ではなく、
非感染性炎症性疾患でした。
この日本特有の疫学を、
意識することが重要です。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感染症の引き出しを、
より具体的に見ていきます。
絶対に外してはいけない感染症が、3つあります。
肺外播種性結核、培養陰性心内膜炎、
深部膿瘍・骨関節感染です。
これらは見逃すと致命的になりえます。
次に、曝露歴から感染症を推理する、
エクスポージャーマッピングという考え方が、
非常に実用的です。
動物接触歴があれば、
猫ではバルトネラ、
家畜ではブルセラ、Q熱を考えます。
渡航歴があれば、
マラリア、デング熱、腸チフス、リケッチアなど。
性行動歴があれば、
急性HIV、梅毒を考えます。
これらは問診で必ず確認すべき項目です。
どんな動物に触れましたか、
最近海外に行きましたか、という一言が、
診断を変えることがあります。
培養陰性心内膜炎では、
Q熱やバルトネラが重要な原因菌であり、
血清学的検査が必要です。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日本のFUOで最多カテゴリは、
非感染性炎症性疾患です。
ここではパターン認識が、診断の鍵を握ります。
4つの代表的なパターンを、ご覧ください。
まず、39度以上の弛張熱、サーモンピンク疹、
著明なフェリチン上昇があれば、
成人スチル病を強く疑います。
フェリチンが1万を超えることも珍しくなく、
非常に強い手がかりです。
高齢者、ESR高値、肩や腰の痛み、顎跛行があれば、
PMRや巨細胞性動脈炎を考えます。
顎跛行は聞き漏らしやすいので、
積極的に問診しましょう。
若年女性、皮疹、関節痛、蛋白尿があれば、
SLEです。
両側肺門リンパ節腫脹、エース高値、
眼や皮膚病変があれば、
サルコイドーシスです。
このパターンを頭に入れておくと、
最小検査セットの結果を見た段階で、
引き出しをかなり絞り込めます。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その他カテゴリで最大の盲点が、薬剤熱です。
薬剤熱は除外診断ではない、
これは非常に重要なポイントです。
薬剤熱の原因薬として、抗菌薬、エヌセイズ、
アロプリノール、抗てんかん薬などが
よく知られています。
薬剤熱は比較的元気そうに見えることが多く、
なんとなく発熱が続いているが状態は悪くない、
という場合は必ず薬剤を疑ってください。
疑われる薬剤を中止して、
72時間以内に解熱するかどうかが、
確認の鍵になります。
次に未診断のリアルについて。
日本の前向き研究では、
6ヶ月時点で21.3パーセントが未診断でした。
ただし、未診断例の多くは予後が比較的良好です。
重要なのは、未診断でも諦めないこと。
外来追跡で病歴と身体所見を、
繰り返し取り直すことで、
時間とともに新たなPDCが必ず浮上してきます。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ここで、この動画のコアコンセプトを
しっかり解説します。
PDC、ポテンシャル・ダイアグノスティック・クルーズ、
日本語で、潜在的な診断の手がかりです。
誤ったアプローチはこうです。
とりあえずこの病気の検査を出そう。
仮説なしに、思いついた病名の検査を
手当たり次第にオーダーすること。
これでは診断に至らないだけでなく、
患者に不必要な検査の負担をかけ、
偽陽性に振り回されるリスクもあります。
正しいアプローチはこうです。
PDC、手がかりが次の検査を決める。
病歴、身体所見、基本検査から得られた
具体的な手がかりが、
次の検査を論理的に決定します。
高齢者、肩の痛み、ESR120というPDCがあれば、
次の検査は側頭動脈生検やペットCTです。
病名を闇雲に並べるのではなく、
患者から得られたPDCのピースを集めることが、
真のFUO診療。
この姿勢を診察室で意識してみてください。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では具体的な検査戦略に移ります。
FUOの初期評価として、
必ず実施すべき最小検査セットがあります。
CBC分画と包括的生化学、
カルシウム、肝機能を含みます。
ESR、赤沈、CRP、フェリチン。
血液培養3セット、
これは抗菌薬投与前が必須です。
尿検査と尿培養。
結核検査のイグラ、またはツベルクリン、
プラスHIV検査。
そして画像評価として、胸腹骨盤CT、
造影が望ましいです。
これが最小セットです。
ここでプロチップをひとつ。
CRPだけで判断しない。
日本のデータでは診断寄与にCRPは有意差なし、
ESRが鍵となります。
CRPが低いからといって、
炎症性疾患を除外しないでください。
必ずESRを一緒に確認しましょう。
また血液培養3セットは、
抗菌薬を投与する前に
採取することが絶対条件です。
この順序を守るだけで、診断率が大きく変わります。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最小検査セットで答えが出ない場合、
次のフェーズは、PDCを自ら発掘することです。
これは3つのサイクルで行います。
まず、病歴の再聴取。
薬剤、デバイス、渡航、動物、
職業、性行動、歯科治療。
最初の問診では聞き漏らしていることがあります。
患者の状態が変化した際に、
再度丁寧に聞き直しましょう。
次に、身体診察の反復。
皮疹、粘膜、リンパ節、肝脾腫、心雑音、
側頭動脈の圧痛、脊椎叩打痛。
一度の診察で終わらせないことが重要です。
FUOでは経時的に、
新たな所見が出現することがよくあります。
そして、基本検査の再評価。
血液塗抹、LDH、末梢血フローサイトメトリー。
最初に見落とした異常が、
再検で浮かび上がることがあります。
一度の診察で終わらせない。
状態変化とともに新たなPDCは必ず浮上する。
これが診断を諦めないための、実践的な姿勢です。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PDCが乏しい、
または最小検査で答えが出ない場合、
そのゲームチェンジャーが、
18エフ・エフディージー、ペットCTです。
エビデンスを見てみましょう。
メタ解析での感度は84から86パーセント、
診断寄与率は55から75パーセントで、
従来のCTより30パーセント以上高い診断イールドです。
PDCが乏しければ、
早期に積極的に使うべき検査です。
ただし、ペットCTの真の目的を
誤解しないことが重要です。
ペットCTは、診断をつけるツールではありません。
狙い撃ち生検の部位を決めるための、
強力なナビゲーターです。
ペットCTで高集積部位が見つかれば、
そこを生検することで確定診断への道が開けます。
逆に、ペットCT正常でも、
孤立性側頭動脈炎などは否定できないことも、
覚えておいてください。
最小検査セットから、
PDCが乏しければ早期にペットCT、
そして狙い撃ち生検。
というフローを頭に入れておきましょう。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FUO診療でよくある落とし穴を、4つご紹介します。
1つ目、CRPが低いから炎症性疾患を除外する。
正しくはESRを必ず確認し、
総合的に判断することです。
2つ目、PDCがないまま、
手当たり次第に特殊な血清検査をオーダーする。
正しくは最小検査セットを完遂し、
PDCに基づいて標的検査を行うことです。
闇雲な検査は診断を遅らせ、
偽陽性に振り回されるリスクがあります。
3つ目、患者が安定しているのに、
焦って経験的抗菌薬やステロイドを開始する。
これは診断の糸口を消してしまうため、エヌジーです。
ただし好中球減少や重症時は例外です。
4つ目、地域差を無視する。
日本ではアジア圏の疫学を念頭に、
炎症性疾患が最多であることを忘れないでください。
西太平洋では炎症性疾患が多く、
東南アジアでは感染症が多いという差があります。
これらの落とし穴を意識するだけで、
FUO診療の精度が大きく上がります。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最後にマスターフレームワークをご覧ください。
FUO鑑別の、6ステップです。
ステップ1は、病型決定。
古典型、院内、好中球減少、HIV関連の、
4カテゴリに分類します。
ステップ2は、5つの引き出しで整理。
感染、炎症、悪性、その他、未診断に振り分けます。
ステップ3は、最小検査セット。
血液培養3セットやCT等を実施します。
ステップ4は、分岐路。
PDCがあれば標的検査へ。
PDCがなければ早期ペットCTへ。
ステップ5は、狙い撃ち生検。
ペットCTのナビゲーションに基づいて実施します。
ステップ6は、ループへ戻る。
不明なら焦らず、病歴、身体診察の反復へ。
このフレームワークの美しさは、
迷ったら何をすべきかが、常に明確な点です。
ステップ6のループが特に重要で、
FUO診療は、一度で答えを出すものではなく、
繰り返し手がかりを集め続けるプロセスです。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本日の核心メッセージです。
病名当てクイズから脱却せよ。
手がかり、PDCが、次の検査を決める。
FUO診療の要点を振り返ります。
まず病型を決めること。
5つの引き出しに整理すること。
最小検査セットを完遂すること。
PDCに基づいて標的検査を行い、
PDCが乏しければペットCTを早期に考慮すること。
そして答えが出なくても諦めず、
病歴と身体診察を繰り返すこと。
この6ステップが、不明熱診療の羅針盤です。
主要参考文献として、ブリーカー・ローバーズ、
ナイトウ、ライト・アンド・アウワーター、
ブクリッツなどを、ご参照ください。
本日もご覧いただき、ありがとうございました。
チャンネル登録と高評価を、
ぜひよろしくお願いいたします。
次回も引き続き、臨床に役立つテーマで
お届けしますので、どうぞお楽しみに！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2026-03-19T23:33:06Z</dcterms:created>
  <dcterms:modified xsi:type="dcterms:W3CDTF">2026-03-19T23:33:06Z</dcterms:modified>
</cp:coreProperties>
</file>