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C5AA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レカネマブ投与を検討していた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高齢者で心房細動（Af）が</a:t>
            </a:r>
            <a:endParaRPr lang="en-US" sz="3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見つかったらどうするか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18288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BBD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― 抗凝固療法との両立を考える ―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まず結論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91440" cy="20116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長期抗凝固が必要なAfなら
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レカネマブは見送り・中止が妥当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Afが見つかったら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レカネマブ開始は保留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先に抗凝固療法の要否を決める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日本 vs 国際的な位置づけの違い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3749040" cy="5486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日本の添付文書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抗凝固薬は
</a:t>
            </a:r>
            <a:endParaRPr lang="en-US" sz="2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8850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「併用注意」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（＝併用自体は禁止されていない）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3749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374904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34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米国AUR / フランス / EMA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抗凝固中は
</a:t>
            </a:r>
            <a:endParaRPr lang="en-US" sz="2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開始しない
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長期抗凝固が必要なら
</a:t>
            </a:r>
            <a:endParaRPr lang="en-US" sz="2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中止を推奨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出血リスク ― 投与前MRI禁忌条件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項目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添付文書の扱い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脳微小出血 5個以上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35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禁忌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脳表ヘモジデリン沈着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35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禁忌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1cmを超える脳出血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DC3545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禁忌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ApoE ε4 ホモ接合体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850C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ARIA頻度・重症度が高い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E8850C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（投与開始後14週間は特に注意）</a:t>
                      </a:r>
                      <a:endParaRPr lang="en-US" sz="18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※ 米国では禁忌ではなく警告・注意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抗凝固薬併用時の出血リスク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 AD試験データ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91440" cy="21031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レカネマブ群全体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1cm超の脳内出血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（6/898例）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828800"/>
            <a:ext cx="91440" cy="21031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抗凝固薬 併用例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1cm超の脳内出血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2651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21208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（2/79例） プラセボ 0例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抗凝固が加わると危険信号が強くなる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Afが見つかったら何を見るべきか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本当に長期管理が必要なAfかを循環器と詰める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過去の心電図記録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自覚症状の有無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Holter心電図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誘因（発熱・脱水・術後など一過性か）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弁膜症の有無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840480"/>
            <a:ext cx="73152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404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高齢だからという理由だけで抗凝固を避けるべきではない（JCS 2024）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Afは認知症リスクそのもの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メタアナリシス：Af患者の認知障害リスク
</a:t>
            </a:r>
            <a:endParaRPr lang="en-US" sz="20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約40%上昇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（臨床的脳卒中の有無にかかわらず）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83280"/>
            <a:ext cx="73152" cy="10972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74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「レカネマブを続けたいから抗凝固は後回し」
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この順番は勧めにくい。Afの脳保護を先に考える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実際の分岐 ― 3つのシナリオ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91440" cy="9601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長期抗凝固が不要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17373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レカネマブ継続・開始を再検討する余地あり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423160"/>
            <a:ext cx="91440" cy="9601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一時的な抗凝固が必要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8803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レカネマブは一時中断が妥当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66160"/>
            <a:ext cx="91440" cy="9601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703320"/>
            <a:ext cx="685800" cy="68580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737360" y="3611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長期抗凝固が必要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37360" y="402336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レカネマブは見送り・中止寄り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抗血小板薬はどうか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単剤抗血小板薬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一律除外ではない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冠動脈疾患などで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単剤使用中の場面は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抗凝固とは同じ重みで扱わない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749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DAPT（二剤併用）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個別に慎重判断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米国AURでは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慎重な個別検討を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推奨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抗凝固と抗血小板は同じ重みでは扱わない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高齢者での注意点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Clarity AD試験の対象は50〜90歳。年齢内でも以下の因子で判断が変わる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フレイル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28800"/>
            <a:ext cx="73152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腎機能低下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51760"/>
            <a:ext cx="73152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低体重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51760"/>
            <a:ext cx="73152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2651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脳微小出血の数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74720"/>
            <a:ext cx="73152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CAA疑い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54880" y="3474720"/>
            <a:ext cx="3840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474720"/>
            <a:ext cx="73152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474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血圧管理状況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高齢者でAfが加わると安全性側の重みが一気に増す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アブレーション・左心耳閉鎖で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道は開けるか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結論：期待しすぎない方がよい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374904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Afアブレーション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ESC 2024：アブレーション後も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抗凝固はリズム結果ではなく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血栓塞栓リスクに応じて継続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レカネマブのための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近道としては不適切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2011680"/>
            <a:ext cx="37490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011680"/>
            <a:ext cx="3749040" cy="4572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左心耳閉鎖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5603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HAS規定：routineには勧めず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長期抗凝固禁忌がある患者に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限定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多職種カンファでの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個別判断が必須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実地でのフロー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solidFill>
            <a:srgbClr val="E8F0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Afそのものが即レッドカードではない。長期抗凝固が必要になるAfがレッドフラッグ。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循環器で抗凝固の要否を確定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（CHADS-VAScスコア、弁膜症、Holterなど）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脳MRIを再点検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（微小出血の数、ヘモジデリン沈着、脳出血の有無）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リスク因子を重ねて評価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（ApoE ε4、高血圧、脳卒中/TIA/痙攣歴）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患者・家族と共有意思決定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（レカネマブを続けるか止めるか）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09160"/>
            <a:ext cx="54864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Take-home Message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54864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Afが見つかったら、まず脳梗塞予防を決める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長期抗凝固が必要なら、レカネマブは中止・見送りが基本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日本の添付文書は「併用注意」だが、国際提言はより厳しい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現場では安全側に倒して考える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799B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レカネマブ × 心房細動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レカネマブとAfの管理</dc:title>
  <dc:subject>PptxGenJS Presentation</dc:subject>
  <dc:creator>医知創造ラボ</dc:creator>
  <cp:lastModifiedBy>医知創造ラボ</cp:lastModifiedBy>
  <cp:revision>1</cp:revision>
  <dcterms:created xsi:type="dcterms:W3CDTF">2026-03-10T04:41:22Z</dcterms:created>
  <dcterms:modified xsi:type="dcterms:W3CDTF">2026-03-10T04:41:22Z</dcterms:modified>
</cp:coreProperties>
</file>