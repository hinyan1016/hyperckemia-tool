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令和8年6月施行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令和8年度 診療報酬改定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+3.09%改定の全体像と医科の主要変更点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288036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厚生労働省保険局医療課  令和8年3月10日版資料に基づく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改定率の全体像 ― +3.09%の内訳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+3.09%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診療報酬本体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（2年度平均）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12801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670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R8年度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+2.41%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828800" y="2651760"/>
            <a:ext cx="12801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74520" y="2670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R9年度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7452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+3.77%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83280" y="1005840"/>
            <a:ext cx="54864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1097280"/>
            <a:ext cx="137160" cy="2743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10789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賃上げ分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10789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+1.70%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66160" y="1481328"/>
            <a:ext cx="137160" cy="2743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14630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物価対応分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14630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+0.76%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66160" y="1865376"/>
            <a:ext cx="137160" cy="2743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18470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食費・光熱水費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1847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+0.09%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566160" y="2249424"/>
            <a:ext cx="137160" cy="2743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22311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R6改定以降 経営環境悪化対応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22311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+0.44%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2633472"/>
            <a:ext cx="137160" cy="2743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26151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後発医薬品等 効率化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0" y="26151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▲0.15%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566160" y="3017520"/>
            <a:ext cx="137160" cy="274320"/>
          </a:xfrm>
          <a:prstGeom prst="rect">
            <a:avLst/>
          </a:prstGeom>
          <a:solidFill>
            <a:srgbClr val="636E72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0" y="29992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その他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29992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+0.25%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65760" y="3657600"/>
            <a:ext cx="8503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" y="3749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薬価等 </a:t>
            </a:r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薬価 ▲0.86%（R8年4月施行）+ 材料 ▲0.01% = 合計 </a:t>
            </a:r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▲0.87%</a:t>
            </a:r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各科改定率 </a:t>
            </a:r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医科+0.28%  歯科+0.31%  調剤+0.08%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改定の4つの基本方針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143000"/>
            <a:ext cx="548640" cy="54864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1704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物価・賃金・人手不足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への対応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651760"/>
            <a:ext cx="1463040" cy="0"/>
          </a:xfrm>
          <a:prstGeom prst="line">
            <a:avLst/>
          </a:prstGeom>
          <a:noFill/>
          <a:ln w="25400">
            <a:solidFill>
              <a:srgbClr val="28A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43200"/>
            <a:ext cx="173736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医療従事者の処遇改善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ICT・AI・IoT活用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タスク・シェアリング推進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05156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43000"/>
            <a:ext cx="548640" cy="54864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1704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1783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2040年を見据えた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機能分化・連携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88920" y="2651760"/>
            <a:ext cx="1463040" cy="0"/>
          </a:xfrm>
          <a:prstGeom prst="line">
            <a:avLst/>
          </a:prstGeom>
          <a:noFill/>
          <a:ln w="25400">
            <a:solidFill>
              <a:srgbClr val="2C5A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743200"/>
            <a:ext cx="173736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「治す」と「治し、支える」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かかりつけ医機能の評価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外来の機能分化と連携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0680" y="1143000"/>
            <a:ext cx="548640" cy="54864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11704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00600" y="1783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安心・安全で質の高い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医療の推進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83480" y="2651760"/>
            <a:ext cx="146304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743200"/>
            <a:ext cx="173736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アウトカム評価の推進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医療DX・ICT連携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口腔管理のデジタル化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03720" y="105156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35240" y="1143000"/>
            <a:ext cx="548640" cy="54864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4" name="Text 22"/>
          <p:cNvSpPr/>
          <p:nvPr/>
        </p:nvSpPr>
        <p:spPr>
          <a:xfrm>
            <a:off x="7635240" y="11704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95160" y="1783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効率化・適正化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78040" y="2651760"/>
            <a:ext cx="1463040" cy="0"/>
          </a:xfrm>
          <a:prstGeom prst="line">
            <a:avLst/>
          </a:prstGeom>
          <a:noFill/>
          <a:ln w="25400">
            <a:solidFill>
              <a:srgbClr val="DC3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2743200"/>
            <a:ext cx="173736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後発品の使用促進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費用対効果評価の活用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長期処方・リフィル推進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賃上げ対応 ― ベースアップ評価料の大幅見直し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賃上げ目標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R8年度 </a:t>
            </a:r>
            <a:pPr indent="0" marL="0">
              <a:buNone/>
            </a:pPr>
            <a:r>
              <a:rPr lang="en-US" sz="28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+3.2%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R9年度 </a:t>
            </a:r>
            <a:pPr indent="0" marL="0">
              <a:buNone/>
            </a:pPr>
            <a:r>
              <a:rPr lang="en-US" sz="28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+3.2%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看護補助者・事務職員は +5.7%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対象の拡大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事務職員 </a:t>
            </a:r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を新たに対象に追加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保険薬局 </a:t>
            </a:r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も対象施設に追加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40歳以上の医師・歯科医師は除く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8503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670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主な変更ポイント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063240"/>
            <a:ext cx="274320" cy="27432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04495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R8年度とR9年度で段階的評価（R9年度は点数が倍増する設計）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3447288"/>
            <a:ext cx="274320" cy="27432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429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継続的に賃上げを実施している施設と新規施設で異なる評価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3831336"/>
            <a:ext cx="274320" cy="27432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831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813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入院BU評価料は165区分→250区分に拡大（R9年6月は500区分）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4215384"/>
            <a:ext cx="274320" cy="27432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215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419709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賃上げ未実施の医療機関には入院基本料の減算規定を新設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外来・在宅BU評価料（I） ― 具体的な点数変更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18872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区分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現行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R8 新規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R8 継続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R9 新規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R9 継続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7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初診時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17点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23点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34点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40点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再診時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8点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訪問診療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（同一建物以外）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28点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79点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107点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158点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186点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訪問診療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（同一訪問時）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7点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19点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26点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38点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45点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65760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3657600"/>
            <a:ext cx="137160" cy="9144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70332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注意：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賃上げ未実施の医療機関には入院基本料の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減算規定を新設</a:t>
            </a:r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例）急性期一般入院料1の場合：1日あたり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121点減算</a:t>
            </a:r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夜勤手当の増額にも使途拡大が可能に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物価対応 ― 「物価対応料」の新設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R8年度以降の物価上昇に段階的に対応するため、初・再診料や入院料とは</a:t>
            </a:r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別に算定可能</a:t>
            </a:r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な加算として新設。R9年度は</a:t>
            </a:r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R8年度の2倍</a:t>
            </a:r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の点数となる。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外来・在宅物価対応料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3749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R8年度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R9年度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74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初診時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再診時等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訪問診療時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1554480"/>
            <a:ext cx="4206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1600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入院物価対応料（1日につき）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96596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施設区分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R8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R9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7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急性期病院A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66点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132点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急性期一般1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58点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116点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特定機能病院7:1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84点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168点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地域包括医療1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49点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98点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回復期リハ1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19点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38点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療養病棟1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18点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36点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入院基本料等の引き上げ ― 主な点数変更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164592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項目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現行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改定後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増点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再診料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75点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76点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+1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急性期一般入院料1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1,688点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1,874点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+186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特定機能病院A 7:1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1,822点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2,146点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+324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地域包括医療病棟1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3,050点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3,367点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+317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回復期リハ病棟1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2,229点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2,346点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+117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療養病棟入院料1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1,964点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2,035点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+71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精神病棟10:1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1,306点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1,471点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+165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地域包括ケア1(40日以内)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2,838点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2,955点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+117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※初診料は291点で据置。初再診料が包括されるその他の入院料等についても同様に対応。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急性期病院の再編 ― 急性期病院入院基本料の新設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「病棟単位」の評価から「</a:t>
            </a:r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病院全体の急性期機能</a:t>
            </a:r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」に着目した評価体系に転換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402336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81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急性期病院A 一般入院料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1,930点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3774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看護配置 7対1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要件（全て満たす）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・救急搬送 年間2,000件以上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・全身麻酔手術 年間1,200件以上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・DPC対象病院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・地域包括医療病棟の届出なし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63040"/>
            <a:ext cx="411480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813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急性期病院B 一般入院料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1,643点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看護配置 10対1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4688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要件（いずれか）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・救急搬送 1,500件以上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・救急搬送500件 + 全麻手術500件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・人口20万人未満の最大救急搬送病院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・離島地域の最大救急搬送病院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8503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9502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既存の急性期一般入院料1〜6も引き続き選択可能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 実績等に応じ医療機関が選択</a:t>
            </a:r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看護・多職種協働加算を新設：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加算1 = 277点、加算2 = 255点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（PT/OT/ST/管理栄養士/臨検技師が病棟で協働）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その他の重要変更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09728" cy="146304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入院時の食費・光熱水費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食費基準額：690円 → 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730円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（+40円/食）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光熱水費：398円 → 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458円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（+60円/日）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患者負担：所得に応じ+20〜40円/食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109728" cy="14630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特定機能病院入院基本料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4173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A・B・Cの3区分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に再編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A：幅広い診療科設置の特定機能病院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B：中長期目標を設定する特定機能病院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C：A・B以外の特定機能病院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97480"/>
            <a:ext cx="109728" cy="19202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救命救急・ICUの見直し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063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救命救急入院料：4区分 →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2区分</a:t>
            </a:r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特定集中治療室管理料：6区分 → 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3区分</a:t>
            </a:r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SOFA患者割合：1割 → 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2割以上</a:t>
            </a:r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病院実績要件（搬送件数・手術件数）新設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69748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697480"/>
            <a:ext cx="109728" cy="19202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重症度、医療・看護必要度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063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A・C項目に対象コード追加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該当患者割合に救急搬送応需係数を加味した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指数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に見直し
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B項目測定：入院5日目以降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7日ごとに1回でも可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Home Message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33272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9601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診療報酬本体 +3.09%（2年度平均）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賃上げ+1.70%と物価対応+0.76%が二本柱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470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175564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BU評価料が大幅拡充 ― 事務職員を含む幅広い職員が対象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賃上げ未実施には入院基本料の減算規定を新設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4261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2551176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「物価対応料」を新設 ― R9年度はR8年度の2倍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入院基本料等も大幅増点（急性期一般1：+186点）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381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3346704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急性期病院A/B入院基本料を新設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病院全体の急性期機能に着目した新評価体系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215384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336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4142232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2年度同時改定の枠組み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R9年度に段階的引上げ、経済動向に応じた調整も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医知創造ラボ｜今村久司　脳神経内科専門医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令和8年度診療報酬改定 ― +3.09%改定の全体像と医科の主要変更点</dc:title>
  <dc:subject>PptxGenJS Presentation</dc:subject>
  <dc:creator>今村久司</dc:creator>
  <cp:lastModifiedBy>今村久司</cp:lastModifiedBy>
  <cp:revision>1</cp:revision>
  <dcterms:created xsi:type="dcterms:W3CDTF">2026-04-10T05:24:02Z</dcterms:created>
  <dcterms:modified xsi:type="dcterms:W3CDTF">2026-04-10T05:24:02Z</dcterms:modified>
</cp:coreProperties>
</file>