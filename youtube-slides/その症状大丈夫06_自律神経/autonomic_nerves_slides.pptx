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「自律神経失調症」と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言われたら？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本当の原因と正しい受診先を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😵‍💫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めまいやふらつきが続く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急に動悸がして不安になる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理由のない倦怠感・だるさ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「自律神経失調症ですね」と言われた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自律神経の役割 ― 体の自動操縦システム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>
              <a:gd name="adj" fmla="val 125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 ＝ 自分の意思に関係なく体を自動調節する神経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023360" cy="2377440"/>
          </a:xfrm>
          <a:prstGeom prst="rect">
            <a:avLst>
              <a:gd name="adj" fmla="val 3846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65960"/>
            <a:ext cx="109728" cy="23774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交感神経（アクセル）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・心拍数を上げる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・血圧を上げる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・瞳孔を広げる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・消化を抑える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・緊張・興奮時に活発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4023360" cy="2377440"/>
          </a:xfrm>
          <a:prstGeom prst="rect">
            <a:avLst>
              <a:gd name="adj" fmla="val 384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965960"/>
            <a:ext cx="109728" cy="23774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🌿 副交感神経（ブレーキ）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・心拍数を下げる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・血圧を下げる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・消化を促進する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・体を修復・回復させる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・リラックス時に活発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この2つのバランスが崩れると、さまざまな不調が現れます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「自律神経失調症」の正体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「自律神経失調症」は正式な病名ではない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検査で異常が見つからないときに使われる「仮の診断名」です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正式な疾患分類に存在しない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ICD（国際疾病分類）やDSM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（精神疾患診断マニュアル）にない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「原因不明」の仮ラベル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検査で異常なし→とりあえず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自律神経失調症と説明される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本当の原因を見逃す危険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75488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背後に治療が必要な病気が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隠れている可能性がある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自律神経の不調でよくある症状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😵‍💫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めまい・立ちくらみ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動悸・胸のドキドキ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吐き気・胃もたれ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7452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発汗異常（多汗・無汗）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不眠・過眠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74320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全身の倦怠感・だるさ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1188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3703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微熱・体温調節がうまくいかない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114800" cy="713232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11880"/>
            <a:ext cx="109728" cy="71323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💩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86400" y="3703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便秘・下痢の繰り返し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これらの症状は他の病気でも起こるため、「自律神経のせい」と決めつけないことが大切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「自律神経失調症」の裏に隠れた本当の原因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甲状腺疾患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動悸・発汗・体重変化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血液検査で判明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めまい・だるさ・息切れ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鉄欠乏が多い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14800" cy="1005840"/>
          </a:xfrm>
          <a:prstGeom prst="rect">
            <a:avLst>
              <a:gd name="adj" fmla="val 9091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うつ病・不安障害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倦怠感・不眠・食欲低下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適切な治療で改善可能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14800" cy="1005840"/>
          </a:xfrm>
          <a:prstGeom prst="rect">
            <a:avLst>
              <a:gd name="adj" fmla="val 9091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起立性調節障害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立ち上がりでめまい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若年者に多い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1148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不整脈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動悸の原因が心臓にある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心電図検査で確認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1148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副腎不全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9834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慢性的なだるさ・低血圧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ホルモン検査で判明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まず受けるべき5つの検査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貧血・甲状腺機能・血糖値・肝腎機能・電解質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基本中の基本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心電図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不整脈・虚血性心疾患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075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動悸があれば必須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32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5328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起立試験（シェロンテスト）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起立性低血圧・起立性調節障害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2825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めまいがあれば必須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826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282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尿検査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腎臓・副腎の異常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スクリーニング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032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頭部MRI（必要時）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脳幹・小脳の異常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神経症状があれば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正しい受診先 ― 症状で選ぶ診療科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>
              <a:gd name="adj" fmla="val 15385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めまい・しびれ・歩行障害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脳神経内科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動悸・胸痛・息切れ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循環器内科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94360"/>
          </a:xfrm>
          <a:prstGeom prst="rect">
            <a:avLst>
              <a:gd name="adj" fmla="val 1538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109728" cy="5943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不眠・気分の落ち込み・不安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心療内科 / 精神科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594360"/>
          </a:xfrm>
          <a:prstGeom prst="rect">
            <a:avLst>
              <a:gd name="adj" fmla="val 15385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109728" cy="5943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倦怠感・体重変化・発汗異常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内分泌内科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94360"/>
          </a:xfrm>
          <a:prstGeom prst="rect">
            <a:avLst>
              <a:gd name="adj" fmla="val 15385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どこに行けばいいかわからない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まずは内科（かかりつけ医）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「自律神経失調症」と言われたら、他の原因を除外するための検査を受けたか確認しましょう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こんな症状は見逃さないで ― 危険なサイン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急に始まった激しいめまい＋嘔吐（脳卒中の可能性）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失神した・意識を失った（不整脈・てんかんなど）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体重が急に減っている（甲状腺・悪性腫瘍）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夜間に大量の汗をかく（感染症・リンパ腫）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💔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動悸＋胸痛＋息苦しさ（心臓の病気）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自律神経を整える5つの習慣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規則正しい睡眠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49040" y="1005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毎日同じ時間に起きる。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朝の光を浴びて体内時計をリセット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適度な有酸素運動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ウォーキング・ヨガなど。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週3回30分で自律神経のバランス改善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32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ぬるめの入浴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49040" y="25054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38〜40℃で15分程度。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副交感神経を優位にしてリラックス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826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32826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腹式呼吸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749040" y="32552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4秒吸って・7秒止めて・8秒吐く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（4-7-8呼吸法）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32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80160" y="40325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デジタルデトックス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749040" y="4005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就寝1時間前からスマホOFF。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ブルーライトが交感神経を刺激する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自律神経失調症は治りますか？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「自律神経失調症」自体は病名ではないため、原因を見つけて治療することが大切。背後の病気が治れば症状も改善します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自律神経を鍛える方法はありますか？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有酸素運動・腹式呼吸・規則的な生活で副交感神経の活性化が期待できます。即効性はなく、数週間の継続が必要です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サプリメントは効きますか？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ビタミンB群やマグネシウムが神経機能に関与しますが、まずは食事とバランスの良い生活が基本。効果を過信しないようにしましょう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「自律神経失調症」と言われたら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「自律神経失調症」は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正式な病名ではない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検査で異常がないときの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仮の診断名にすぎない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背後に隠れた病気を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見逃さない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甲状腺・貧血・うつ病・不整脈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など、治療可能な原因を精査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症状に合った診療科を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受診しよう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「自律神経だから仕方ない」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で終わらせないことが大切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自律神経セルフチェックツール（概要欄にリンク）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次回：物が二重に見えたら要注意 ― 複視の原因と受診すべき科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【その症状、大丈夫？#06】自律神経失調症と言われたら</dc:title>
  <dc:subject>PptxGenJS Presentation</dc:subject>
  <dc:creator>今村久司</dc:creator>
  <cp:lastModifiedBy>今村久司</cp:lastModifiedBy>
  <cp:revision>1</cp:revision>
  <dcterms:created xsi:type="dcterms:W3CDTF">2026-04-13T05:15:59Z</dcterms:created>
  <dcterms:modified xsi:type="dcterms:W3CDTF">2026-04-13T05:15:59Z</dcterms:modified>
</cp:coreProperties>
</file>