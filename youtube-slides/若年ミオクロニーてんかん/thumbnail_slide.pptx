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365760"/>
            <a:ext cx="3200400" cy="6400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365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見逃していませんか？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8595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若年ミオクロニー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74320" y="228600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てんかん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1828800" y="3291840"/>
            <a:ext cx="54864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520440"/>
            <a:ext cx="2560320" cy="59436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5204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朝のピクつきを問診！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91840" y="3520440"/>
            <a:ext cx="2560320" cy="5943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35204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VPA vs LEV 最新メタ解析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26480" y="3520440"/>
            <a:ext cx="2560320" cy="5943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35204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CBZ禁忌のワケ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4320" y="44805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2026-03-30T08:43:24Z</dcterms:created>
  <dcterms:modified xsi:type="dcterms:W3CDTF">2026-03-30T08:43:24Z</dcterms:modified>
</cp:coreProperties>
</file>