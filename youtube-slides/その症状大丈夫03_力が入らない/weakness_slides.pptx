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💪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突然手に力が入らない…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脳？ 神経？ 筋肉？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286000" y="265176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脳神経内科医が教える</a:t>
            </a:r>
            <a:endParaRPr lang="en-US" sz="2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原因の見分け方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11887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箸やペンを持つ手に力が入らない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96596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🧴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ペットボトルのキャップが開けられない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83464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9260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🚶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46304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階段を上るとき脚がガクッとする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731520"/>
          </a:xfrm>
          <a:prstGeom prst="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03320"/>
            <a:ext cx="109728" cy="7315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👕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46304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荷物を持つ腕がすぐに疲れてしまう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1371600" y="4572000"/>
            <a:ext cx="6400800" cy="182880"/>
          </a:xfrm>
          <a:prstGeom prst="rect">
            <a:avLst>
              <a:gd name="adj" fmla="val 50000"/>
            </a:avLst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「力が入らない」の正体 ― 筋力低下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8333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9728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筋力低下（きんりょくていか）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筋肉に力を入れようとしても十分な力が</a:t>
            </a:r>
            <a:endParaRPr lang="en-US" sz="1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発揮できない状態。原因は3つの場所に分けられる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697480" cy="2103120"/>
          </a:xfrm>
          <a:prstGeom prst="rect">
            <a:avLst>
              <a:gd name="adj" fmla="val 4348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109728" cy="210312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命令を出す司令塔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3246120" y="2377440"/>
            <a:ext cx="2697480" cy="2103120"/>
          </a:xfrm>
          <a:prstGeom prst="rect">
            <a:avLst>
              <a:gd name="adj" fmla="val 4348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2377440"/>
            <a:ext cx="109728" cy="210312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2468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33756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33756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命令を伝える電線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2697480" cy="2103120"/>
          </a:xfrm>
          <a:prstGeom prst="rect">
            <a:avLst>
              <a:gd name="adj" fmla="val 4348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2377440"/>
            <a:ext cx="109728" cy="210312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4688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💪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217920" y="3108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17920" y="3566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命令を実行するエンジン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脳が原因 ― 突然の片側の脱力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ect">
            <a:avLst>
              <a:gd name="adj" fmla="val 10000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144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片側の手足に突然力が入らなくなった = 脳卒中の可能性大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右手と右足など、同じ側の手足が同時に弱くなる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顔の片側の麻痺やろれつの障害を伴うことが多い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383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脳梗塞・脳出血・TIA（一過性脳虚血発作）が原因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3977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3545"/>
                </a:solidFill>
              </a:rPr>
              <a:t>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発症時刻を記録し、すぐに119番！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914400" y="4526280"/>
            <a:ext cx="7315200" cy="228600"/>
          </a:xfrm>
          <a:prstGeom prst="rect">
            <a:avLst>
              <a:gd name="adj" fmla="val 4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神経が原因 ― しびれを伴う脱力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ギラン・バレー症候群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風邪の1〜3週間後に両足から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力が入らなくなり上に広がる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手根管症候群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手首の神経の圧迫で親指側の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力が入りにくい・しびれる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頚椎症性脊髄症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首の骨の変形で脊髄が圧迫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手のしびれ・巧緻運動障害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末梢神経障害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糖尿病やビタミン欠乏で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手足の先からしびれ・脱力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筋肉が原因 ― 体幹・近位筋の脱力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重症筋無力症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夕方に悪化・まぶたが下がる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繰り返す動作で力が落ちる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筋炎（多発性・皮膚筋炎）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83480" y="1645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太ももや上腕の力が入らない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筋肉痛・CK高値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甲状腺機能異常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バセドウ病・甲状腺機能低下症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でも筋力低下が起きる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低カリウム血症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8348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利尿薬・下痢・嘔吐が原因で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急に全身の力が入らなくなる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原因を見分けるポイント ― 比較表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645920" cy="59436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10058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45920" y="1005840"/>
            <a:ext cx="2377440" cy="59436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10058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23360" y="1005840"/>
            <a:ext cx="2560320" cy="59436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583680" y="1005840"/>
            <a:ext cx="2560320" cy="594360"/>
          </a:xfrm>
          <a:prstGeom prst="rect">
            <a:avLst/>
          </a:prstGeom>
          <a:solidFill>
            <a:srgbClr val="2C5AA0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1005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0" y="160020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" y="16002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45920" y="160020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37360" y="160020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023360" y="16002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数日〜数週間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160020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600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数週間〜数ヶ月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0" y="2194560"/>
            <a:ext cx="16459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" y="21945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部位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45920" y="2194560"/>
            <a:ext cx="23774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21945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片側（手足とも）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023360" y="2194560"/>
            <a:ext cx="25603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一部の筋肉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0" y="2194560"/>
            <a:ext cx="25603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両側・体幹に近い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0" y="278892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" y="278892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645920" y="278892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78892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片側に伴う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023360" y="278892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しびれが主症状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583680" y="278892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7889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通常なし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0" y="3383280"/>
            <a:ext cx="16459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" y="338328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腱反射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645920" y="3383280"/>
            <a:ext cx="237744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37360" y="338328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亢進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4023360" y="3383280"/>
            <a:ext cx="25603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低下〜消失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583680" y="3383280"/>
            <a:ext cx="2560320" cy="594360"/>
          </a:xfrm>
          <a:prstGeom prst="rect">
            <a:avLst/>
          </a:prstGeom>
          <a:solidFill>
            <a:srgbClr val="F8F9FA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33832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正常〜低下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0" y="3977640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" y="39776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代表疾患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645920" y="3977640"/>
            <a:ext cx="23774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3736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4023360" y="397764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ギラン・バレー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583680" y="3977640"/>
            <a:ext cx="2560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EE2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75120" y="39776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筋炎・MG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その他の原因 ― 病気以外も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E8F4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🛋️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運動不足・廃用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使わない筋肉は衰える。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特に高齢者は急速に進行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栄養不足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たんぱく質・ビタミンB群の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不足で筋力低下が起きる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薬の副作用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スタチン（コレステロール薬）・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ステロイドなどで筋力低下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精神的な原因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うつ病・過労・ストレスで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体に力が入らないと感じる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⚠️ こんな脱力はすぐ受診 ― 危険なサイン5つ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片側の手足に突然力が入らない（脳卒中の疑い）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両足から急速に広がる脱力（ギラン・バレー症候群）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523744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飲み込みや呼吸がしにくくなってきた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2369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排尿・排便のコントロールが効かない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3950208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数日〜数週間で明らかに悪化し続けている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1371600" y="4617720"/>
            <a:ext cx="6400800" cy="137160"/>
          </a:xfrm>
          <a:prstGeom prst="rect">
            <a:avLst>
              <a:gd name="adj" fmla="val 66667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すぐ119番（救急）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突然の片側脱力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顔の麻痺・ろれつを伴う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発症時刻を記録し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救急搬送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数日で進行する脱力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飲み込み・呼吸に影響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脳神経内科を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速やかに受診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疲労後のみ・すぐ回復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運動不足の自覚あり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生活習慣を見直し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悪化したら受診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受診前にチェック ― 医師に伝えること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8872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いつから？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突然か、徐々にか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発症の日時を思い出す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515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77840" y="1188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どこが弱い？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57784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片側？両側？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手？足？体幹？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18872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他の症状は？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88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しびれ・痛み・まぶたの下がり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飲み込みにくさなどの有無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0020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109728" cy="16002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5778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薬や既往歴は？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57784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飲んでいる薬・持病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最近の風邪やワクチン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力が入らない時に覚えておきたい3つ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原因は脳・神経・筋肉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の3か所に分けて考える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 = 突然・片側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 = しびれを伴う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 = 両側・近位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「突然・片側」は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脳卒中 → 即119番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顔の麻痺やろれつを伴えば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FASTチェックで確認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進行する脱力は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早めに脳神経内科へ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原因の特定には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専門的な検査が必要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#03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6517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71600" y="31546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脱力セルフチェックツール（概要欄にリンク）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📺 次回：顔がピクピク動く ― 放置していいタイプの違い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【その症状、大丈夫？#03】力が入らない…脳？神経？筋肉？</dc:title>
  <dc:subject>PptxGenJS Presentation</dc:subject>
  <dc:creator>今村久司</dc:creator>
  <cp:lastModifiedBy>今村久司</cp:lastModifiedBy>
  <cp:revision>1</cp:revision>
  <dcterms:created xsi:type="dcterms:W3CDTF">2026-04-13T03:28:11Z</dcterms:created>
  <dcterms:modified xsi:type="dcterms:W3CDTF">2026-04-13T03:28:11Z</dcterms:modified>
</cp:coreProperties>
</file>