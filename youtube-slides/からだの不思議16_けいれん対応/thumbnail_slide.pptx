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からだの不思議 #16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けいれん目撃！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正しい対応は？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1828800" y="315468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33756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37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正しい対応7項目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91840" y="333756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337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絶対NGの行動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26480" y="3337560"/>
            <a:ext cx="256032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3375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5分ルールとは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2026-04-02T02:40:32Z</dcterms:created>
  <dcterms:modified xsi:type="dcterms:W3CDTF">2026-04-02T02:40:32Z</dcterms:modified>
</cp:coreProperties>
</file>