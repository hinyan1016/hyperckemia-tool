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あくびはなぜうつる？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脳科学で解説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2900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ミラーニューロンとは？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42900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共感との関係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29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異常なあくびに注意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2026-04-02T02:32:23Z</dcterms:created>
  <dcterms:modified xsi:type="dcterms:W3CDTF">2026-04-02T02:32:23Z</dcterms:modified>
</cp:coreProperties>
</file>