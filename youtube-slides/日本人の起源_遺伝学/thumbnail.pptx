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 rot="-600000">
            <a:off x="5029200" y="457200"/>
            <a:ext cx="4572000" cy="731520"/>
          </a:xfrm>
          <a:prstGeom prst="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 rot="-600000">
            <a:off x="5303520" y="1371600"/>
            <a:ext cx="4114800" cy="548640"/>
          </a:xfrm>
          <a:prstGeom prst="rect">
            <a:avLst>
              <a:gd name="adj" fmla="val 16667"/>
            </a:avLst>
          </a:prstGeom>
          <a:solidFill>
            <a:srgbClr val="1A3550"/>
          </a:solidFill>
          <a:ln/>
        </p:spPr>
      </p:sp>
      <p:sp>
        <p:nvSpPr>
          <p:cNvPr id="6" name="Shape 4"/>
          <p:cNvSpPr/>
          <p:nvPr/>
        </p:nvSpPr>
        <p:spPr>
          <a:xfrm rot="-600000">
            <a:off x="5669280" y="2286000"/>
            <a:ext cx="3657600" cy="457200"/>
          </a:xfrm>
          <a:prstGeom prst="rect">
            <a:avLst>
              <a:gd name="adj" fmla="val 20000"/>
            </a:avLst>
          </a:prstGeom>
          <a:solidFill>
            <a:srgbClr val="162D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日本人は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どこから来たのか？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943600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最新ゲノム解析で判明！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920240" cy="594360"/>
          </a:xfrm>
          <a:prstGeom prst="rect">
            <a:avLst>
              <a:gd name="adj" fmla="val 12308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縄文人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60320" y="3474720"/>
            <a:ext cx="1920240" cy="594360"/>
          </a:xfrm>
          <a:prstGeom prst="rect">
            <a:avLst>
              <a:gd name="adj" fmla="val 12308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474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弥生人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1920240" cy="594360"/>
          </a:xfrm>
          <a:prstGeom prst="rect">
            <a:avLst>
              <a:gd name="adj" fmla="val 12308"/>
            </a:avLst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474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古墳人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三重構造モデル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2026-03-29T01:45:38Z</dcterms:created>
  <dcterms:modified xsi:type="dcterms:W3CDTF">2026-03-29T01:45:38Z</dcterms:modified>
</cp:coreProperties>
</file>