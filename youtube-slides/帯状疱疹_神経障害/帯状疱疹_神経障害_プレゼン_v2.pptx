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PHN発症率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50歳未満</c:v>
                  </c:pt>
                  <c:pt idx="1">
                    <c:v>60歳以上</c:v>
                  </c:pt>
                  <c:pt idx="2">
                    <c:v>80歳以上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</a:t>
            </a:r>
            <a:endParaRPr lang="en-US" sz="4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「皮膚の病気」ではない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知っておくべき神経障害の全体像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皮疹と痛み…で終わっていませんか？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69494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645920"/>
            <a:ext cx="73152" cy="2560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28800"/>
            <a:ext cx="6217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帯状疱疹は単なる皮膚疾患ではなく</a:t>
            </a:r>
            <a:endParaRPr lang="en-US" sz="2400" dirty="0"/>
          </a:p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「神経の病気」です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運動麻痺・排尿障害・顔面神経麻痺…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本日の内容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371600" y="14173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帯状疱疹と神経障害の全体像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感覚神経障害とPHN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71600" y="27889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運動神経障害（Zoster paresis）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371600" y="34747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11680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検査と治療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1168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― 5つのポイント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帯状疱疹の本態は「神経節炎」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55448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水痘・帯状疱疹ウイルス（VZV）は</a:t>
            </a:r>
            <a:endParaRPr lang="en-US" sz="24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後根神経節に潜伏感染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免疫低下時にウイルスが再活性化し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神経に沿って炎症が波及する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皮疹は「結果」であり、本態は神経炎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神経障害の全体像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障害部位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主な症状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後根神経節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皮疹・神経痛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感覚神経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感覚障害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前角・運動神経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運動麻痺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脳神経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顔面神経麻痺 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自律神経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排尿障害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帯状疱疹は多彩な神経障害を引き起こしうる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臨床で特に重要な3つの障害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帯状疱疹後神経痛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88720"/>
            <a:ext cx="265176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Zoster paresis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脳神経障害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顔面神経麻痺等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急性期の神経痛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188720"/>
            <a:ext cx="73152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188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電撃痛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突然の鋭い痛みが走る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237744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0" y="2377440"/>
            <a:ext cx="73152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Burning pain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2377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焦けるような持続的な痛み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3566160"/>
            <a:ext cx="6949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3566160"/>
            <a:ext cx="73152" cy="10058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アロディニア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048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軽い接触で誘発される痛み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帯状疱疹後神経痛（PHN）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315200" cy="164592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371600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皮疹治癒後 3か月以上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続く痛み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" y="3200400"/>
            <a:ext cx="7315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338328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最も頻度が高く、QOLを著しく低下させる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帯状疱疹の神経合併症の中で最重要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PHN発症率（年齢別）</a:t>
            </a:r>
            <a:endParaRPr lang="en-US" sz="3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1097280"/>
          <a:ext cx="7315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高齢者ほどPHNリスクが高い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PHNの危険因子と予後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38404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危険因子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高齢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激しい急性期痛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皮疹範囲が広い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免疫抑制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8404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予後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1年以内改善 … 約50%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数年持続 … 約20%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永続 … 少数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運動神経障害</a:t>
            </a:r>
            <a:endParaRPr lang="en-US" sz="38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Zoster paresis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28600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3～5%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の帯状疱疹患者に運動麻痺が出現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皮疹出現から2～3週間後に発症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四肢の分節性麻痺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560320" cy="1097280"/>
          </a:xfrm>
          <a:prstGeom prst="rect">
            <a:avLst/>
          </a:prstGeom>
          <a:solidFill>
            <a:srgbClr val="1A3C5E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罪患神経高位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188720"/>
            <a:ext cx="2560320" cy="109728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前角細胞障害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188720"/>
            <a:ext cx="2560320" cy="109728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1887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分節性運動麻痺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29260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上肢：C5～T1領域 → 上肢の挙上が困難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下肢：L2～S1領域 → 下肢の脱力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体幹：腹筋麻痺 → 腹壁膨隆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ラムゼイ・ハント症候群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18872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耳介・外耳道の疱疹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12801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88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顔面神経麻痺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34640"/>
            <a:ext cx="73152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34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聴覚障害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834640"/>
            <a:ext cx="73152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834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めまい・平衡障害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第7脳神経の膝神経節にVZVが潜伏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その他の運動障害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38404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横隔神経麻痺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C3〜C5領域の帯状疱疹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横隔神経麻痺 → 呼吸困難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胸部X線で横隔膜挙上を確認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840480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膀胱直腸障害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S2〜S4領域の帯状疱疹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排尿障害・尿閉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多くは一過性だが注意必要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運動麻痺の予後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50～70%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完全回復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20～30%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部分回復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1887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後遺症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73152" cy="1463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回復期間の目安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軽症：約3か月　一般的：6～12か月　重症：2年以上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検査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所見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MRI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神経炎症の確認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神経の腫大・造影効果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神経伝導検査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運動障害の評価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脱神経所見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髄液検査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中枢神経障害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細胞数増加・VZV-DNA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抗ウイルス薬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72時間以内に開始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アシクロビル / バラシクロビル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65176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神経痛治療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急性期から積極的に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プレガバリン / ガバペンチン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三環系抗うつ薬 / 神経ブロック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運動麻痺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保存的治療＋リハビリ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顔面神経麻痺ではステロイド併用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91032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/ 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4910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C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― 5つのポイント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005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帯状疱疹は「神経の病気」である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PHNは最も多い合併症（高齢者は30%）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3～5%に運動麻痺が起こりうる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抗ウイルス薬は72時間以内が鍵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神経障害を知れば早期発見できる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ご視聴ありがとうございました</a:t>
            </a:r>
            <a:endParaRPr lang="en-US" sz="3600" dirty="0"/>
          </a:p>
          <a:p>
            <a:pPr algn="ctr" indent="0" marL="0">
              <a:buNone/>
            </a:pPr>
            <a:endParaRPr lang="en-US" sz="36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6EAF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チャンネル登録・高評価お願いします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Medical Education</dc:creator>
  <cp:lastModifiedBy>Medical Education</cp:lastModifiedBy>
  <cp:revision>1</cp:revision>
  <dcterms:created xsi:type="dcterms:W3CDTF">2026-03-10T00:29:42Z</dcterms:created>
  <dcterms:modified xsi:type="dcterms:W3CDTF">2026-03-10T00:29:42Z</dcterms:modified>
</cp:coreProperties>
</file>