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47472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その顔面痛、本当に歯？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鑑別と治療戦略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ICHD-3分類解説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SUNCT/SUNA鑑別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CBZのNNT 1.7の威力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2026-03-30T08:51:32Z</dcterms:created>
  <dcterms:modified xsi:type="dcterms:W3CDTF">2026-03-30T08:51:32Z</dcterms:modified>
</cp:coreProperties>
</file>