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手が震える…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これってパーキンソン病？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脳神経内科医が教える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振戦の見分け方と受診の目安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コーヒーカップを持つと手が震える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字を書くとき、線がガタガタになる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箸で食べ物をつまみにくい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スマホを持つ手が小刻みに揺れる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18288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手の震え（振戦）とは？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8333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振戦（しんせん）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自分の意思とは関係なく、筋肉が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規則的・リズミカルに収縮する運動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840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109728" cy="13716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40歳以上の約4%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に何らかの振戦がある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珍しい症状ではない！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377440"/>
            <a:ext cx="38404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377440"/>
            <a:ext cx="109728" cy="13716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原因を見分けるカギ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「いつ、どんなときに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震えるか」を観察する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振戦の3つのタイプ ― いつ震えるかで分類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>
              <a:gd name="adj" fmla="val 33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35661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安静時振戦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011680" cy="0"/>
          </a:xfrm>
          <a:prstGeom prst="line">
            <a:avLst/>
          </a:prstGeom>
          <a:noFill/>
          <a:ln w="12700">
            <a:solidFill>
              <a:srgbClr val="DC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じっとしている時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主な原因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3566160"/>
          </a:xfrm>
          <a:prstGeom prst="rect">
            <a:avLst>
              <a:gd name="adj" fmla="val 3333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109728" cy="35661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姿勢時・動作時振戦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66160" y="1600200"/>
            <a:ext cx="2011680" cy="0"/>
          </a:xfrm>
          <a:prstGeom prst="line">
            <a:avLst/>
          </a:prstGeom>
          <a:noFill/>
          <a:ln w="12700">
            <a:solidFill>
              <a:srgbClr val="2C5A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手を伸ばした時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物を持つ時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主な原因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本態性振戦（最多）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甲状腺・薬剤性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743200" cy="3566160"/>
          </a:xfrm>
          <a:prstGeom prst="rect">
            <a:avLst>
              <a:gd name="adj" fmla="val 3333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109728" cy="35661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企図振戦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92240" y="1600200"/>
            <a:ext cx="2011680" cy="0"/>
          </a:xfrm>
          <a:prstGeom prst="line">
            <a:avLst/>
          </a:prstGeom>
          <a:noFill/>
          <a:ln w="12700">
            <a:solidFill>
              <a:srgbClr val="E885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目標に手を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近づける時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主な原因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小脳疾患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安静時振戦 ― パーキンソン病の特徴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じっとしている時に震え、手を動かすと一時的に止まる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「丸薬を丸める」ような親指と人差し指の動き（pill-rolling）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片側から始まることが多い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動作が遅くなる・体が硬くなる・歩幅が狭くなる等を伴う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50〜70代に多い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7315200" cy="228600"/>
          </a:xfrm>
          <a:prstGeom prst="rect">
            <a:avLst>
              <a:gd name="adj" fmla="val 4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姿勢時・動作時振戦 ― 本態性振戦（最多！）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手を伸ばした時・物を持つ時に震える ＝ 振戦で最も多い原因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命に関わらないが、生活の質を下げることがある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6791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家族にも同じ症状がある人が約半数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3209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095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お酒を飲むと一時的に軽くなるのが特徴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3739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739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10〜20代で発症することもある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" y="4270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AA0"/>
                </a:solidFill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270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薬（プロプラノロール等）で症状を軽減できる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 vs 本態性振戦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比べるポイント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2834640" cy="50292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1005840"/>
            <a:ext cx="2834640" cy="50292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本態性振戦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震えるタイミング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安静時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52160" y="150876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動作時・姿勢時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56032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震え以外の症状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17520" y="2011680"/>
            <a:ext cx="283464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あり（動作緩慢等）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52160" y="2011680"/>
            <a:ext cx="283464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基本的にない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頭の震え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017520" y="25146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まれ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52160" y="25146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56032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家族歴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017520" y="3017520"/>
            <a:ext cx="283464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017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52160" y="3017520"/>
            <a:ext cx="283464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017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約50%にあり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飲酒の影響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017520" y="352044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変わらない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52160" y="352044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一時的に軽減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256032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食事のとき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017520" y="4023360"/>
            <a:ext cx="283464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ゆっくりだが可能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852160" y="4023360"/>
            <a:ext cx="2834640" cy="50292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箸が持ちにくい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その他の原因 ― ストレス・薬・甲状腺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緊張・ストレス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交感神経の活性化。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誰にでも起こる生理的反応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薬の副作用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喘息薬・抗うつ薬・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リチウム・抗てんかん薬等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甲状腺の病気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バセドウ病など。動悸・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発汗・体重減少を伴う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カフェイン過剰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コーヒー等の飲みすぎ。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減量で改善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こんな震えはすぐ受診 ― 危険なサイン5つ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急に片側だけ震え始めた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ろれつが回らない・力が入らないを伴う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52374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日常生活に支障がある（食事・字が書けない）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236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震え以外の症状が増えている（歩きにくい等）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9502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数週間で明らかに悪化している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4617720"/>
            <a:ext cx="6400800" cy="137160"/>
          </a:xfrm>
          <a:prstGeom prst="rect">
            <a:avLst>
              <a:gd name="adj" fmla="val 66667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すぐ受診（救急）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突然の震え＋片側の脱力・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ろれつ困難・意識の変化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119番で救急搬送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震えが持続、生活に支障、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他の症状もある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脳神経内科を予約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緊張時だけ、すぐ治まる、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生活に支障なし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生活習慣見直し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自分でできるセルフチェック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124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コップテスト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水を入れたコップを持ち、口に運ぶ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震えるなら姿勢時・動作時振戦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🖐️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6304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手を伸ばすテスト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6304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両手を前に10秒間キープ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指先の震えを確認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3756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🌀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63040" y="3410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渦巻き描画テスト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6304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紙に渦巻きを描く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線のガタつきが振戦の指標に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セルフチェックはあくまで目安です。気になる場合は医師にご相談ください。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手の震えで覚えておきたい3つ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「いつ震えるか」が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原因を見分けるカギ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安静時 → パーキンソン病の可能性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動作時 → 本態性振戦が多い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大半は命に関わらない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最多は本態性振戦やストレス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ただし放置すると生活の質が低下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迷ったら脳神経内科へ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振戦の原因を見分ける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プロフェッショナルです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手のふるえセルフチェックツール（概要欄にリンク）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次回：「ろれつが回りにくい」は脳のSOS？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【その症状、大丈夫？#01】手が震える…パーキンソン病？</dc:title>
  <dc:subject>PptxGenJS Presentation</dc:subject>
  <dc:creator>今村久司</dc:creator>
  <cp:lastModifiedBy>今村久司</cp:lastModifiedBy>
  <cp:revision>1</cp:revision>
  <dcterms:created xsi:type="dcterms:W3CDTF">2026-04-12T21:03:13Z</dcterms:created>
  <dcterms:modified xsi:type="dcterms:W3CDTF">2026-04-12T21:03:13Z</dcterms:modified>
</cp:coreProperties>
</file>