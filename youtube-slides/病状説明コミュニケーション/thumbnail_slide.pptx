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411480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理想的な病状説明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「伝わる」技術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SPIKES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3つの条件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セリフ例付き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2026-04-16T01:40:20Z</dcterms:created>
  <dcterms:modified xsi:type="dcterms:W3CDTF">2026-04-16T01:40:20Z</dcterms:modified>
</cp:coreProperties>
</file>