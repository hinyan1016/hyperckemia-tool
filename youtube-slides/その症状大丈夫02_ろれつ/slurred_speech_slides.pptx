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🗣️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ろれつが回りにくい…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これって脳のSOS？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脳神経内科医が教える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緊急性の見分け方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話していて舌がもつれる感じがする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電話で「酔ってるの？」と聞かれた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食事中に口の端から食べ物がこぼれる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言いたい言葉がうまく発音できない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6400800" cy="18288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「ろれつが回らない」とは？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8333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構音障害（こうおんしょうがい）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言葉を発する筋肉や神経の問題で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発音が不明瞭になる状態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8404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109728" cy="13716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失語症との違い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構音障害: 言葉は浮かぶが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口がうまく動かない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失語症: 言葉自体が出てこない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2377440"/>
            <a:ext cx="38404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377440"/>
            <a:ext cx="109728" cy="13716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最重要ポイント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「突然」か「徐々に」か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で緊急性が全く違う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緊急性の分類 ― 突然 vs 徐々に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474720"/>
          </a:xfrm>
          <a:prstGeom prst="rect">
            <a:avLst>
              <a:gd name="adj" fmla="val 2632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34747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突然発症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474720" cy="0"/>
          </a:xfrm>
          <a:prstGeom prst="line">
            <a:avLst/>
          </a:prstGeom>
          <a:noFill/>
          <a:ln w="12700">
            <a:solidFill>
              <a:srgbClr val="DC3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数分〜数時間で発症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脳梗塞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脳出血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一過性脳虚血発作（TIA）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119番！ 一刻を争う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114800" cy="3474720"/>
          </a:xfrm>
          <a:prstGeom prst="rect">
            <a:avLst>
              <a:gd name="adj" fmla="val 2632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109728" cy="34747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📈 徐々に進行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937760" y="1645920"/>
            <a:ext cx="3474720" cy="0"/>
          </a:xfrm>
          <a:prstGeom prst="line">
            <a:avLst/>
          </a:prstGeom>
          <a:noFill/>
          <a:ln w="12700">
            <a:solidFill>
              <a:srgbClr val="2C5A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数週間〜数ヶ月で進行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ALS（筋萎縮性側索硬化症）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パーキンソン病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多発性硬化症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93776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重症筋無力症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早めに脳神経内科へ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突然のろれつ障害 ― 脳卒中を疑え！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「さっきまで普通だったのに急にしゃべりにくくなった」= 脳の緊急事態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脳梗塞は日本人の死因第4位、要介護の原因第1位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発症から4.5時間以内なら血栓溶解療法（t-PA）が可能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血管内治療は最大24時間以内が適応（条件による）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「Time is Brain」― 1分あたり約190万個の神経細胞が失われる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14400" y="4526280"/>
            <a:ext cx="7315200" cy="228600"/>
          </a:xfrm>
          <a:prstGeom prst="rect">
            <a:avLst>
              <a:gd name="adj" fmla="val 40000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FASTチェック ― 脳卒中を見逃さない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3383280"/>
          </a:xfrm>
          <a:prstGeom prst="rect">
            <a:avLst>
              <a:gd name="adj" fmla="val 454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09728" cy="33832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Face（顔）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463040" cy="0"/>
          </a:xfrm>
          <a:prstGeom prst="line">
            <a:avLst/>
          </a:prstGeom>
          <a:noFill/>
          <a:ln w="12700">
            <a:solidFill>
              <a:srgbClr val="DC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笑顔を作ると片側が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下がっていませんか？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2011680" cy="3383280"/>
          </a:xfrm>
          <a:prstGeom prst="rect">
            <a:avLst>
              <a:gd name="adj" fmla="val 454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51560"/>
            <a:ext cx="109728" cy="33832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56032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Arms（腕）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2377440"/>
            <a:ext cx="1463040" cy="0"/>
          </a:xfrm>
          <a:prstGeom prst="line">
            <a:avLst/>
          </a:prstGeom>
          <a:noFill/>
          <a:ln w="12700">
            <a:solidFill>
              <a:srgbClr val="E885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両腕を上げると片方が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下がってきませんか？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2011680" cy="3383280"/>
          </a:xfrm>
          <a:prstGeom prst="rect">
            <a:avLst>
              <a:gd name="adj" fmla="val 4545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51560"/>
            <a:ext cx="109728" cy="3383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Speech（言葉）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760" y="2377440"/>
            <a:ext cx="1463040" cy="0"/>
          </a:xfrm>
          <a:prstGeom prst="line">
            <a:avLst/>
          </a:prstGeom>
          <a:noFill/>
          <a:ln w="12700">
            <a:solidFill>
              <a:srgbClr val="2C5A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「今日はいい天気」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と言えますか？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0" y="1051560"/>
            <a:ext cx="2011680" cy="3383280"/>
          </a:xfrm>
          <a:prstGeom prst="rect">
            <a:avLst>
              <a:gd name="adj" fmla="val 4545"/>
            </a:avLst>
          </a:prstGeom>
          <a:solidFill>
            <a:srgbClr val="F5EE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051560"/>
            <a:ext cx="109728" cy="3383280"/>
          </a:xfrm>
          <a:prstGeom prst="rect">
            <a:avLst>
              <a:gd name="adj" fmla="val 41667"/>
            </a:avLst>
          </a:prstGeom>
          <a:solidFill>
            <a:srgbClr val="6C3483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C34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694944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34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Time（時間）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32320" y="2377440"/>
            <a:ext cx="1463040" cy="0"/>
          </a:xfrm>
          <a:prstGeom prst="line">
            <a:avLst/>
          </a:prstGeom>
          <a:noFill/>
          <a:ln w="12700">
            <a:solidFill>
              <a:srgbClr val="6C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1つでも当てはまったら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すぐ119番！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徐々に進行するケース ― 原因疾患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（筋萎縮性側索硬化症）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舌の萎縮・線維束性収縮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飲み込みにくさも出現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声が小さくなる・単調になる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手の震え・動作緩慢を伴う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多発性硬化症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（MS）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症状が出たり消えたりする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20〜40代の女性に多い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重症筋無力症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834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（MG）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夕方に悪化するのが特徴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まぶたの下がりを伴うことも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その他の原因 ― 病気以外も多い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疲労・睡眠不足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筋肉の協調が乱れる。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休息で改善すれば心配不要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薬の副作用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抗てんかん薬・精神安定剤・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抗ヒスタミン薬など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🍺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アルコールは小脳機能を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一時的に低下させる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🦷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義歯の不具合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入れ歯が合っていないと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発音に影響する場合も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こんな時はすぐ119番！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突然ろれつが回らなくなった（発症時刻を記録！）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81051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顔の片側が下がっている（口角・目が閉じにくい）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52374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片方の手足に力が入らない・しびれる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36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23697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激しい頭痛を伴う（経験したことのない痛み）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502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39502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意識がぼんやりする・呼びかけに反応が鈍い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71600" y="4617720"/>
            <a:ext cx="6400800" cy="137160"/>
          </a:xfrm>
          <a:prstGeom prst="rect">
            <a:avLst>
              <a:gd name="adj" fmla="val 66667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すぐ119番（救急）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突然のろれつ障害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顔・手足の麻痺を伴う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発症時刻を記録して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救急搬送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徐々にろれつが悪化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飲み込みにくさも出てきた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1〜2週間以内に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脳神経内科を受診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疲労時のみ・飲酒後のみ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翌日には回復する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生活習慣を見直し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悪化したら受診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要注意！「一時的に治った」場合 ― TIA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>
              <a:gd name="adj" fmla="val 7692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1887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一過性脳虚血発作（TIA）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ろれつ障害や麻痺が数分〜数十分で完全に回復する発作。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「治ったから大丈夫」は大間違い！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840480" cy="1463040"/>
          </a:xfrm>
          <a:prstGeom prst="rect">
            <a:avLst>
              <a:gd name="adj" fmla="val 625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109728" cy="14630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TIA後の脳梗塞リスク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48時間以内: 約5%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90日以内: 約10〜15%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が脳梗塞を発症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2468880"/>
            <a:ext cx="3840480" cy="1463040"/>
          </a:xfrm>
          <a:prstGeom prst="rect">
            <a:avLst>
              <a:gd name="adj" fmla="val 6250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468880"/>
            <a:ext cx="109728" cy="14630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560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早期受診で予防できる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20640" y="3017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適切な治療で脳梗塞リスクを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約80%減らせるという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研究結果があります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症状が消えても、必ずその日のうちに医療機関を受診してください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ろれつの異常で覚えておきたい3つ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「突然」なら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一刻を争う緊急事態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脳卒中の可能性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→ 迷わず119番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FASTで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脳卒中をチェック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顔・腕・言葉の3つを確認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1つでも異常 → すぐ救急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「治ったから大丈夫」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は危険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TIAは脳梗塞の前触れ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症状が消えても必ず受診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ろれつ緊急度セルフチェックツール（概要欄にリンク）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📺 次回：突然手に力が入らない ― 原因の見分け方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【その症状、大丈夫？#02】ろれつが回らない…脳のSOS？</dc:title>
  <dc:subject>PptxGenJS Presentation</dc:subject>
  <dc:creator>今村久司</dc:creator>
  <cp:lastModifiedBy>今村久司</cp:lastModifiedBy>
  <cp:revision>1</cp:revision>
  <dcterms:created xsi:type="dcterms:W3CDTF">2026-04-12T23:36:09Z</dcterms:created>
  <dcterms:modified xsi:type="dcterms:W3CDTF">2026-04-12T23:36:09Z</dcterms:modified>
</cp:coreProperties>
</file>