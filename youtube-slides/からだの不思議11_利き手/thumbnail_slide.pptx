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3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365760"/>
            <a:ext cx="3840480" cy="594360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365760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からだの不思議 #11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274320" y="1188720"/>
            <a:ext cx="8595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利き手はなぜ決まる？</a:t>
            </a:r>
            <a:endParaRPr lang="en-US" sz="5000" dirty="0"/>
          </a:p>
        </p:txBody>
      </p:sp>
      <p:sp>
        <p:nvSpPr>
          <p:cNvPr id="7" name="Text 5"/>
          <p:cNvSpPr/>
          <p:nvPr/>
        </p:nvSpPr>
        <p:spPr>
          <a:xfrm>
            <a:off x="274320" y="2148840"/>
            <a:ext cx="8595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C518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脳の左右差を解説</a:t>
            </a:r>
            <a:endParaRPr lang="en-US" sz="3800" dirty="0"/>
          </a:p>
        </p:txBody>
      </p:sp>
      <p:sp>
        <p:nvSpPr>
          <p:cNvPr id="8" name="Shape 6"/>
          <p:cNvSpPr/>
          <p:nvPr/>
        </p:nvSpPr>
        <p:spPr>
          <a:xfrm>
            <a:off x="1828800" y="3108960"/>
            <a:ext cx="5486400" cy="0"/>
          </a:xfrm>
          <a:prstGeom prst="line">
            <a:avLst/>
          </a:prstGeom>
          <a:noFill/>
          <a:ln w="25400">
            <a:solidFill>
              <a:srgbClr val="4A90D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3337560"/>
            <a:ext cx="2560320" cy="594360"/>
          </a:xfrm>
          <a:prstGeom prst="rect">
            <a:avLst/>
          </a:prstGeom>
          <a:solidFill>
            <a:srgbClr val="28A745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3337560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3A5C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遺伝と脳の非対称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291840" y="3337560"/>
            <a:ext cx="2560320" cy="594360"/>
          </a:xfrm>
          <a:prstGeom prst="rect">
            <a:avLst/>
          </a:prstGeom>
          <a:solidFill>
            <a:srgbClr val="F5C518"/>
          </a:solidFill>
          <a:ln/>
        </p:spPr>
      </p:sp>
      <p:sp>
        <p:nvSpPr>
          <p:cNvPr id="12" name="Text 10"/>
          <p:cNvSpPr/>
          <p:nvPr/>
        </p:nvSpPr>
        <p:spPr>
          <a:xfrm>
            <a:off x="3291840" y="3337560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3A5C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言語優位半球との関係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126480" y="3337560"/>
            <a:ext cx="2560320" cy="594360"/>
          </a:xfrm>
          <a:prstGeom prst="rect">
            <a:avLst/>
          </a:prstGeom>
          <a:solidFill>
            <a:srgbClr val="DC3545"/>
          </a:solidFill>
          <a:ln/>
        </p:spPr>
      </p:sp>
      <p:sp>
        <p:nvSpPr>
          <p:cNvPr id="14" name="Text 12"/>
          <p:cNvSpPr/>
          <p:nvPr/>
        </p:nvSpPr>
        <p:spPr>
          <a:xfrm>
            <a:off x="6126480" y="3337560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3A5C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矯正は不要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274320" y="4434840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A90D9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医知創造ラボ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2026-04-02T02:31:35Z</dcterms:created>
  <dcterms:modified xsi:type="dcterms:W3CDTF">2026-04-02T02:31:35Z</dcterms:modified>
</cp:coreProperties>
</file>