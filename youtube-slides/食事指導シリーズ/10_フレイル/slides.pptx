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第10回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フレイル・多疾患併存の食事指導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制限よりも「守る」優先順位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シリーズ最終回 ― 食事指導は「何を禁止するか」ではなく「何を守るか」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食事指導で最も難しいのは「病気が重なる患者」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各疾患の制限を足し算すると「何を食べてよいか分からない」状態に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91440" cy="41148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 + 高血圧 + 肥満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331720"/>
            <a:ext cx="91440" cy="41148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331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 + 腎臓病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2834640"/>
            <a:ext cx="91440" cy="41148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834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腎臓病 + 高齢 + 体重減少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333756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337560"/>
            <a:ext cx="91440" cy="41148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3375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 + 脱水 + 低栄養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84048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3840480"/>
            <a:ext cx="914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38404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 + 筋肉量低下 + 食欲低下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434340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4343400"/>
            <a:ext cx="91440" cy="411480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4343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がん術後 + 下痢 + 体重減少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制限がぶつかる典型例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109728" cy="749808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78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 + 腎臓病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説明↑ → 「ご飯もだめ、果物もだめ、肉もだめ」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食べる意欲そのものが落ちる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56232"/>
            <a:ext cx="109728" cy="749808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 + 低栄養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減塩で味を薄くしすぎ → 食事量がさらに落ちる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体重減少・筋力低下が前景にある場合は要注意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52344"/>
            <a:ext cx="109728" cy="749808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 + 脱水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0723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とろみ水が飲みにくい → 水分摂取量↓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誤嚥予防の代償で脱水・便秘・全身状態悪化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48456"/>
            <a:ext cx="109728" cy="749808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 + 筋肉量低下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9684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必要以上の制限 → 全身状態をむしろ悪化させる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低栄養・筋肉量低下が大きな問題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まず優先すべきものは何か ― 3つの順番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3444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生命に直結する問題がないか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4904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脱水・誤嚥リスク・著しい食事量低下・急速な体重減少・低血糖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LDLやHbA1cより先にここを見る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1325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最優先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低栄養を進めないこと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679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体重減少→筋力↓→転倒→感染→入院→ADL↓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「この指導で食事量が落ちないか」を常に考える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25146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継続できること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38679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独居・買い物困難・調理困難・家族と別メニュー不可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実行できなければ意味がない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37033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フレイル高齢者では何を守るべきか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数値の管理以上に「食べる力を保つ」「体重・筋肉量を落とさない」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 体重減少がないか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2860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😔  食欲低下がないか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27432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🍚  主食だけに偏っていないか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2004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🥩  たんぱく質源が毎食あるか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3657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💧  水分は足りているか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41148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🦷  嚥下や咀嚼に問題がないか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45720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🛒  買い物や調理ができているか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「数値の改善」と「食べられること」のバランス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数値の改善だけを目標にすると全体を見失うことがある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91440" cy="5029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HbA1cを下げるために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食事量全体が落ちる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60320"/>
            <a:ext cx="91440" cy="50292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塩分を減らしすぎて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食欲が低下する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腎臓を気にしすぎて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たんぱく質が不足する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840480"/>
            <a:ext cx="91440" cy="5029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嚥下に配慮しすぎて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3840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水分摂取が減る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448056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数値＋食べられているか＋体重＋日常生活を一緒に見る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家族指導で伝えるべきこと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家族が熱心なほど「これもだめ、あれもだめ」になりやすい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28800"/>
            <a:ext cx="91440" cy="475488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82880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完璧な制限食を目指さなくてよい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23160"/>
            <a:ext cx="91440" cy="475488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4231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まずは食事量を保つことが重要な場合がある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017520"/>
            <a:ext cx="91440" cy="475488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01752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体重減少や食欲低下は見逃してはいけない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611880"/>
            <a:ext cx="91440" cy="475488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61188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一度にすべてを変えなくてよい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206240"/>
            <a:ext cx="91440" cy="475488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20624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食べやすい形で必要量を入れる工夫が大切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外来で使いやすい最終チェックポイント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05840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96012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脱水や低栄養など急いで対応すべき問題はないか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508760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46304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体重は減っていないか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011680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196596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1日の総摂取量は確保できているか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46888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251460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46888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たんぱく質源は毎日入っているか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01752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297180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水分は足りているか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347472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3520440"/>
            <a:ext cx="329184" cy="32918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47472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そのうえで塩分・糖質・脂質・カリウムの個別調整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402336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397764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本人と家族が実行できる内容になっているか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1520" y="448056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FFF3CD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この順番で考えると、制限の足し算に陥りにくくなる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病気が多いほど制限を厳しくすべき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制限の足し算は低栄養やフレイルを進める危険がある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数値が改善すれば食事指導は成功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670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食事量↓や体重減少が起きていたら成功とは言えない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高齢者にも若年者と同じ制限を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767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高齢者では制限しすぎが最も危険なことがある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シリーズ全10回を通じた原則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「何を禁止するか」ではなく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「何を守るか」を決めること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0" y="347472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完璧な制限を目指すより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崩してはいけない土台を守る方が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臨床的に価値がある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複数疾患では制限の足し算をしない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まず生命に直結する問題を確認し低栄養・脱水を防ぐ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フレイル高齢者では食べる力と体重・筋肉量を守ることが優先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数値改善と食べられることのバランスを常に意識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食事指導は「何を禁止するか」ではなく「何を守るか」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第10回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シリーズ全10回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182880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再生リストから他の回もぜひご覧ください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第10回 フレイル・多疾患併存</dc:title>
  <dc:subject>PptxGenJS Presentation</dc:subject>
  <dc:creator>今村久司</dc:creator>
  <cp:lastModifiedBy>今村久司</cp:lastModifiedBy>
  <cp:revision>1</cp:revision>
  <dcterms:created xsi:type="dcterms:W3CDTF">2026-03-26T02:23:18Z</dcterms:created>
  <dcterms:modified xsi:type="dcterms:W3CDTF">2026-03-26T02:23:18Z</dcterms:modified>
</cp:coreProperties>
</file>