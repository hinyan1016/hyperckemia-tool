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第7回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肝疾患の食事指導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脂肪肝と肝硬変で真逆になる理由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「肝臓が悪いから一律に控える」ではない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脂肪肝と肝硬変で方向性が真逆になる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 → 減らす方向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・肥満、内臓脂肪が背景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・糖尿病、脂質異常症、高血圧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・過剰エネルギー摂取の是正が中心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・甘い飲み物、夜食、アルコール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間食の見直し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・体重を少しずつ是正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 → 不足させない方向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・食欲低下、早期膨満感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・腹水、味覚変化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・十分に食べられていない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・筋肉量低下が進みやすい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・食事を減らしすぎると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状態が悪化する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まず「脂肪肝」か「肝硬変」かを整理してから食事指導に入る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食事指導の前に確認すべき項目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058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 脂肪肝が中心か、肝硬変まで進んでいるか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4813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 体重が増えているか、減っているか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568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💊  糖尿病・脂質異常症・高血圧の合併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32304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43230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🍺  アルコール摂取の有無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90779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😔  食欲低下や早期膨満感がないか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33832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💧  腹水や浮腫があるか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587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💪  筋肉量低下やフレイルが疑われないか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334256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43342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🧠  肝性脳症の既往があるか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脂肪肝でまず見直したい食習慣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特別な食品を足すより、日常の習慣を見直す方が効果的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28800"/>
            <a:ext cx="91440" cy="502920"/>
          </a:xfrm>
          <a:prstGeom prst="round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828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 体重が増えていないか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450592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450592"/>
            <a:ext cx="91440" cy="5029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5059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🍪  間食が多くないか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072384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072384"/>
            <a:ext cx="91440" cy="50292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072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🥤  甘い飲み物を習慣的に飲んでいないか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3694176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694176"/>
            <a:ext cx="91440" cy="50292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369417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🌙  夜遅い食事や夜食が多くないか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4315968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315968"/>
            <a:ext cx="91440" cy="502920"/>
          </a:xfrm>
          <a:prstGeom prst="round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43159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🍺  アルコール摂取がないか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脂肪肝では「何を減らすか」が中心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🥤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甘い飲み物をやめる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清涼飲料・加糖缶コーヒー・スポーツドリンク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556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755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菓子・菓子パンの頻度を減らす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1755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脂質＋糖質が同時に多い食品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5054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5054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夜食を減らす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5054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夜遅い食事＋間食の積み重ね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552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2552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揚げ物・脂質の多い惣菜を続けない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32552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週の頻度を意識する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0507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0050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🍺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005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アルコールを見直す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40050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量・頻度・つまみも含めて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肝硬変で問題になるのは低栄養と筋肉量低下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脂肪肝と同じ感覚で食事制限をすると危険なことがある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20240"/>
            <a:ext cx="109728" cy="6400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 腹水・浮腫で太って見えるが、実は筋肉量↓・栄養↓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97480"/>
            <a:ext cx="109728" cy="64008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⏰  空腹時間が長いこと自体が不利に働く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474720"/>
            <a:ext cx="109728" cy="640080"/>
          </a:xfrm>
          <a:prstGeom prst="round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🚫  食事回数が少ない・朝食を抜く → 低栄養を進める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食事量は足りているか　□ たんぱく質が不足していないか　□ 筋肉量↓はないか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肝硬変で制限しすぎてはいけない理由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自己判断で肉も脂も控える → 食事全体が細くなる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筋肉量↓ → 活動性↓ → 転倒・感染症・入院↑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560320"/>
            <a:ext cx="109728" cy="640080"/>
          </a:xfrm>
          <a:prstGeom prst="roundRect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60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🧂  塩分制限で「味が薄くて食べられない」状態になっていないか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337560"/>
            <a:ext cx="109728" cy="64008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37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🥩  肝性脳症を恐れてたんぱく質を極端に減らしていないか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89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制限の結果として食べられなくなること自体が大きな問題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腹水があるときの塩分 &amp; 就寝前補食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🧂 塩分の工夫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・みそ汁やスープの回数を減らす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・麺類の汁を飲み切らない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・漬物を控える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・加工食品を重ねない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・だし・酸味・香辛料を活かす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味が薄すぎて食事量↓は本末転倒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🌙 就寝前補食（LES）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・長い空腹時間を避ける考え方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・少量を分けて食べる方が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合う患者もいる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検討すべき場面: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・食事量が少ない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・体重減少・フレイルが心配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・一度にたくさん食べられない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肝臓が悪いなら絶食気味の方がよい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脂肪肝ではエネルギー是正が必要。肝硬変では食べなさすぎが問題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肝性脳症→たんぱく質をできるだけ減らす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たんぱく質不足→筋肉量↓→かえって悪化。薬物療法も含めて考える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肝臓に良い健康食品を足せばよい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まず日常の食習慣、体重、アルコール、食事量の整理が優先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脂肪肝と肝硬変は同じ食事でよい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最も重要な誤解。減らす方向と不足させない方向は真逆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脂肪肝の患者さんへ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甘い飲み物をやめる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間食を減らす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夜食を見直す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体重を月1回測定する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肝硬変の患者さんへ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食事を抜かない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1日3食は確保する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薄味で食べられないなら工夫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肉や魚を自己判断で減らしすぎない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749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病態に応じて行動目標の方向性が違う ― ここが最重要ポイント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脂肪肝と肝硬変で食事指導の方向性は大きく異なる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脂肪肝 → 体重管理・間食・飲み物・アルコールの是正が中心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肝硬変 → 低栄養・筋肉量低下を防ぐ視点が極めて重要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腹水時は塩分調整が必要だが制限しすぎに注意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「肝臓が悪いから一律に控える」ではなく病態ごとに優先順位を決める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第7回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第8回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食形態選択と誤嚥予防の実際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第7回 肝疾患</dc:title>
  <dc:subject>PptxGenJS Presentation</dc:subject>
  <dc:creator>今村久司</dc:creator>
  <cp:lastModifiedBy>今村久司</cp:lastModifiedBy>
  <cp:revision>1</cp:revision>
  <dcterms:created xsi:type="dcterms:W3CDTF">2026-03-26T02:12:11Z</dcterms:created>
  <dcterms:modified xsi:type="dcterms:W3CDTF">2026-03-26T02:12:11Z</dcterms:modified>
</cp:coreProperties>
</file>