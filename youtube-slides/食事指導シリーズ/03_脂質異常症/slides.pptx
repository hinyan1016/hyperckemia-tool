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第3回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脂質異常症の食事指導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LDLと中性脂肪で戦略が違う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油を全部悪者にしない外来の実践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脂質異常症で食事指導が重要な理由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脂質異常症 → 動脈硬化 → 心筋梗塞・脳梗塞の重要な危険因子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薬物療法との関係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・スタチンが必要な場面は多い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・しかし薬を始めても食事は重要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・食事が乱れたままだと体重増加・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糖尿病・脂肪肝が進みやすい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食事指導の意義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・コレステロールの数値だけでなく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動脈硬化全体のリスクを下げる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・生活調整としての位置づけ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・他の合併症の予防にもつながる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LDLと中性脂肪で戦略が違う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脂質異常症といっても中身はひとつではない ― まず何が高いかを確認する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09728" cy="274320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LDLコレステロール高値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見直すべきもの: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・飽和脂肪酸（肉の脂身・バター）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・揚げ物の頻度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・加工肉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・菓子パン・スナック菓子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・洋菓子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20240"/>
            <a:ext cx="109728" cy="2743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中性脂肪高値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見直すべきもの: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・アルコール（量と頻度）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・甘い飲み物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・間食・菓子パン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・夜遅い食事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・糖質の過剰摂取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LDL高値でまず見直したい食品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飽和脂肪酸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肉の脂身・バター・生クリーム・ラード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18872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最重要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74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892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揚げ物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唐揚げ・とんかつ・天ぷら・フライの頻度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20574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加工肉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ハム・ソーセージ・ベーコン（塩分も多い）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611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🍩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3630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菓子パン・スナック・洋菓子（脂質+糖質）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0" y="379476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中性脂肪高値で見直したいもの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「油ものを減らせば十分」とは限らない ― 糖質・アルコールの影響に注目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09728" cy="8686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🍺 アルコール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種類よりも量。週末まとめ飲みでも影響あり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71800"/>
            <a:ext cx="109728" cy="8686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🥤 甘い飲み物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清涼飲料・加糖缶コーヒー・スポーツドリンク。満腹感なく摂取量が増えやすい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23360"/>
            <a:ext cx="109728" cy="8686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🌙 夜食・菓子パン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夜遅い食事・夕食後の間食。食べる時間帯も重要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むしろ増やしたい食品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減らす話だけでなく「増やすとバランスが良くなるもの」も伝える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肉に偏りがちな食事を整える。焼き魚・煮魚など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調理法が揚げ物ばかりでは意味が薄れるので注意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06324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食物繊維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3291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野菜・海藻・きのこ・豆類・全粒穀物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主食や脂っこいおかずへの偏りを減らしやすくなる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大豆製品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43891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豆腐・納豆・豆乳で主菜の一部を置き換え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肉中心の食事を少し整えたい患者さんに提案しやすい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「卵は週に何個まで？」への対応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18288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患者さんの関心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「卵は何個まで？」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「コレステロールが多い食品は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避けた方がいいですよね？」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109728" cy="1828800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見落とされがちな問題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・毎日菓子パンを食べている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・揚げ物が多い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・加工肉が多い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・甘い飲み物がある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・体重が増えている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7315200" cy="1188720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747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単一の食品を悪者にするより、食事全体のパターンを見る方が実際的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卵だけ減らしても、他の問題が残っていれば改善は限られる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外食・コンビニでの現実的な選び方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脂質の質を意識した選び方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・主菜は揚げ物より焼き・蒸し系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・菓子パン+甘い飲み物のセットを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避ける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・加工肉より魚や豆腐の惣菜を選ぶ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控えたい組み合わせ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・菓子パン + 甘い飲み物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・カップ麺 + 揚げ物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・パスタ単品 + デザート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・弁当 + スナック菓子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「脂っこいおかずを減らすだけでなく、菓子や甘い飲み物も一緒に見直しましょう」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油は全部悪い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油を極端に恐れると食事が貧弱に → かえって菓子・間食が増えることも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サラダ油なら安心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植物油でも量・調理法・他の食品との組み合わせが重要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和食なら大丈夫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和食でも揚げ物が多い、甘い味付け、白米過剰なら改善しにくい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「全部やめる」より「いちばん影響の大きいものから減らす」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毎日の菓子パンをやめる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5146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甘い飲み物を無糖に変える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2004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揚げ物を週の半分以下にする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8862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886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加工肉を減らして魚や豆腐に置き換える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8D7D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✕「油ものを控えてください」だけでは行動変容につながりにくい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脂質異常症の食事指導は「油を減らす」だけでは不十分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LDL高値 → 飽和脂肪酸・揚げ物・加工肉・菓子がターゲット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中性脂肪高値 → アルコール・甘い飲み物・夜食・間食も重要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卵など単一食品に注目しすぎず、食事全体のパターンを見る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最も影響が大きいポイントから現実的に変えていく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第3回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第4回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血糖を安定させる3つのルール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第3回 脂質異常症</dc:title>
  <dc:subject>PptxGenJS Presentation</dc:subject>
  <dc:creator>今村久司</dc:creator>
  <cp:lastModifiedBy>今村久司</cp:lastModifiedBy>
  <cp:revision>1</cp:revision>
  <dcterms:created xsi:type="dcterms:W3CDTF">2026-03-26T01:11:29Z</dcterms:created>
  <dcterms:modified xsi:type="dcterms:W3CDTF">2026-03-26T01:11:29Z</dcterms:modified>
</cp:coreProperties>
</file>