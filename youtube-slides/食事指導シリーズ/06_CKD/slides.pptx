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第6回 / 全10回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CKDの食事指導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たんぱく質・塩分・カリウムの三本柱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一律に制限するのではなく優先順位を決める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腎臓病の食事指導はなぜ難しいか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「これを食べてはいけない」と単純に言えないから難しい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286000"/>
            <a:ext cx="91440" cy="502920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286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🧂  塩分が大事な患者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926080"/>
            <a:ext cx="91440" cy="50292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🥩  たんぱく質の調整が重要な患者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371600" y="356616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566160"/>
            <a:ext cx="91440" cy="50292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5661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🍌  カリウム・リンを意識すべき患者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420624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4206240"/>
            <a:ext cx="91440" cy="50292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42062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👴  まず十分に食べることを優先すべき患者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食事指導の前に確認すべき項目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005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🔬  腎機能低下の程度（eGFR）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417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💧  尿蛋白の有無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📊  血圧・浮腫の状況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240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⚡  カリウム値が高くなっていないか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651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🦴  リンが問題になっていないか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3063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💉  糖尿病の有無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🏥  透析を受けているか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7680960" cy="36576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3886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⚖️  体重減少や食欲低下がないか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434840"/>
            <a:ext cx="7680960" cy="36576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最初にここを整理しないと食事指導がぼやける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最初に取り組みたいのは塩分制限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見直しやすく、効果が出やすいのは塩分 — 血圧↓ 浮腫↓ 腎負担↓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隠れた塩分源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・みそ汁・麺類の汁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・漬物・佃煮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・練り物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・ハム・ソーセージ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・惣菜・弁当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・カップ麺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具体的な減塩策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・みそ汁の回数を減らす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・麺の汁を全部飲まない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・加工食品を続けて重ねない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・惣菜は味の濃いものを毎日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使わない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・調味料を少し意識して使う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 ― 多すぎも少なすぎも問題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201168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多すぎ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・腎機能低下時に腎臓への負担↑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・老廃物（尿素窒素など）が蓄積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・進行を早める可能性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109728" cy="201168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少なすぎ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・筋肉量低下 → フレイル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・低栄養 → 体力・免疫力↓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・高齢者では特に注意が必要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7315200" cy="1097280"/>
          </a:xfrm>
          <a:prstGeom prst="roundRect">
            <a:avLst>
              <a:gd name="adj" fmla="val 8333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657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たんぱく質を完全に悪者にしない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腎機能・年齢・栄養状態・フレイルの有無を見ながら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「多すぎず、少なすぎず」の視点で考える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カリウム ― 全員に一律制限ではない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制限が必要な場合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・進行した腎機能低下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・高カリウム血症を繰り返す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注意食品: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野菜・果物・いも類・豆類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果汁飲料・ドライフルーツ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過度な制限は不要な場合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・カリウム値が安定している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・軽度の腎機能低下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過度に野菜・果物を避けると: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食事の質↓ 便秘 食欲低下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実際のカリウム値と病状を見て判断する — 一律制限は避ける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リン ― 加工食品の影響が見落とされやすい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「肉や魚を減らせばよい」ではなく、加工食品をどう減らすかが重要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🥓  加工肉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ハム・ソーセージ・ベーコン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24231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🍢  練り製品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4231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かまぼこ・はんぺん・ちくわ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30175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🍜  インスタント食品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カップ麺・インスタントラーメン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36118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🍪  スナック菓子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3611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ポテトチップス・せんべい等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73152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42062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🥛  一部の乳製品・飲料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420624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プロセスチーズ・一部の清涼飲料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糖尿病を合併したときの考え方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糖質だけを見ても腎臓だけを見ても不十分 ― 全体の整理が必要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109728" cy="137160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よくある落とし穴①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糖尿病があるから主食を極端に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減らす → 代わりに肉・脂質が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増えて腎臓に負担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920240"/>
            <a:ext cx="109728" cy="137160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よくある落とし穴②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腎臓病を気にして食事量が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減りすぎ → 血糖管理も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栄養状態も崩れる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D4EDD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49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整理のポイント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・食塩を減らす　・食事全体の量を整える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・主食量を極端にしない　・たんぱく質を自己流で削りすぎない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外食・惣菜での現実的な工夫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全面否定より、現実的な工夫を伝える方が続く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28800"/>
            <a:ext cx="91440" cy="502920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28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汁物を重ねない（みそ汁＋スープなど）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246888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468880"/>
            <a:ext cx="91440" cy="502920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4688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麺類の汁を飲み切らない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371600" y="310896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108960"/>
            <a:ext cx="91440" cy="502920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1089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漬物や佃煮を毎回つけない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374904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749040"/>
            <a:ext cx="91440" cy="502920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749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ハムや練り物ばかりに偏らない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371600" y="438912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0" y="4389120"/>
            <a:ext cx="91440" cy="502920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4389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味の濃いものを連続しない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よくある誤解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腎臓病なら野菜は全部だめ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カリウム制限が必要な人はいるが全員ではない。一律回避は食事の質↓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とにかくたんぱく質を減らせばよい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減らしすぎは低栄養・筋力低下に。特に高齢者では注意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塩分だけ気をつけていればよい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カリウム・リン・食事量全体・低栄養の有無まで見る必要がある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67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健康食品なら安心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野菜ジュース・サプリがK・P・糖質の面で問題になることがある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外来で伝える行動目標の例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「いろいろ制限して」ではなく、最も重要な1〜2個に絞る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288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28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みそ汁は1日1回まで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5146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5146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514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麺の汁は残す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2004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加工食品を毎日重ねない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8862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8862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8862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肉や魚を自己判断で極端に減らさない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4572000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F8D7D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✕「いろいろ制限してください」では何をすべきか分からない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腎臓病の食事指導は一律に制限ではなく優先順位を決めること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まず塩分の見直しが実行しやすく効果も大きい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たんぱく質は多すぎも少なすぎも問題 ― 完全に悪者にしない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カリウム・リンは必要な患者で重点的に見る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高齢者では制限しすぎによる低栄養・筋力低下に注意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第6回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828800"/>
          </a:xfrm>
          <a:prstGeom prst="roundRect">
            <a:avLst>
              <a:gd name="adj" fmla="val 7500"/>
            </a:avLst>
          </a:prstGeom>
          <a:solidFill>
            <a:srgbClr val="1B5E2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第7回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肝疾患の食事指導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脂肪肝と肝硬変で真逆になる理由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チャンネル登録で見逃さないようにしましょう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201168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👍 高評価・チャンネル登録よろしくお願いします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再生リストから他の回もご覧ください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💬 コメント欄で質問・リクエストお待ちしています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食事指導シリーズ 第6回 CKD</dc:title>
  <dc:subject>PptxGenJS Presentation</dc:subject>
  <dc:creator>今村久司</dc:creator>
  <cp:lastModifiedBy>今村久司</cp:lastModifiedBy>
  <cp:revision>1</cp:revision>
  <dcterms:created xsi:type="dcterms:W3CDTF">2026-03-26T09:48:04Z</dcterms:created>
  <dcterms:modified xsi:type="dcterms:W3CDTF">2026-03-26T09:48:04Z</dcterms:modified>
</cp:coreProperties>
</file>