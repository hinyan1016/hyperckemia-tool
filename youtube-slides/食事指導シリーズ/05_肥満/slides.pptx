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4720" y="10972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8F00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0" y="1097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第5回 / 全10回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肥満の食事指導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食べ方を変える行動療法的アプローチ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286000" y="3291840"/>
            <a:ext cx="4572000" cy="0"/>
          </a:xfrm>
          <a:prstGeom prst="line">
            <a:avLst/>
          </a:prstGeom>
          <a:noFill/>
          <a:ln w="25400">
            <a:solidFill>
              <a:srgbClr val="FF8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「食べるな」ではなく崩れにくい食べ方を作る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肥満で食事指導が大切な理由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34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肥満は見た目の問題ではなく代謝の問題（BMI ≥ 25）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377440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77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肥満が影響する疾患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・高血圧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・糖尿病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・脂質異常症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・脂肪肝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・関節症・睡眠時無呼吸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23774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377440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377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重要な視点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30175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・全員が同じ食べ方ではない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・「太っている＝食べすぎ」で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片づけない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・どの場面で余分な摂取が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起こっているかを具体的に見る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第5回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体重を減らすより先に整えたいこと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34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「何キロ減らす」より、まず毎日の食べ方を整理する方が実際的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182880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🕐  1日3食のリズムがあるか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359152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88720" y="2359152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🌅  朝食を抜いていないか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2889504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88720" y="2889504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🌙  夜に食事量が偏っていないか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419856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88720" y="3419856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🍪  間食や飲み物で余分なカロリーが入っていないか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395020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88720" y="3950208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🍱  外食や惣菜が多くないか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448056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88720" y="448056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⏩  早食いになっていないか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第5回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太りやすい食べ方 ― 4つのパターン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60120"/>
            <a:ext cx="109728" cy="749808"/>
          </a:xfrm>
          <a:prstGeom prst="roundRect">
            <a:avLst/>
          </a:prstGeom>
          <a:solidFill>
            <a:srgbClr val="C2410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978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⏩ 早食い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0" y="97840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満腹感の前に食べ終わる → 摂取量↑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一口ごとに箸を置く、丼物を減らす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56232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56232"/>
            <a:ext cx="109728" cy="749808"/>
          </a:xfrm>
          <a:prstGeom prst="round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🥤 液体カロリー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0" y="18745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砂糖入り飲み物は満腹感なくカロリー摂取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最も見直しやすく効果も出やすい項目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52344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752344"/>
            <a:ext cx="109728" cy="749808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70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🌙 夜遅い食事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00400" y="2770632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強い空腹→一気食い。主食+揚げ物+酒が重なる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夕方の軽い補食でドカ食いを防ぐ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648456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648456"/>
            <a:ext cx="109728" cy="749808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6667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🍪 間食の習慣化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00400" y="3666744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空腹でなく習慣で食べている場合は要注意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TV・車・仕事中の無意識の摂取が積み重なる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第5回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「食べないダイエット」が続かない理由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✕ よくある自己流の制限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・朝食を抜く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・主食を極端に減らす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・夕食をサラダだけにする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・数日だけ厳しく我慢する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空腹感が強く反動で食べすぎる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筋肉量低下・だるさ → 活動量↓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目指すべきアプローチ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0" y="178308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・短期間で大きく減らさない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・食欲が暴走しにくい形に組み替え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・崩れても戻しやすい食べ方を作る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・少し不完全でも継続できる方法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長期的な行動変容が目標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3840480"/>
            <a:ext cx="7315200" cy="502920"/>
          </a:xfrm>
          <a:prstGeom prst="roundRect">
            <a:avLst>
              <a:gd name="adj" fmla="val 18182"/>
            </a:avLst>
          </a:prstGeom>
          <a:solidFill>
            <a:srgbClr val="FFF3C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40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気合いで乗り切るのではなく、食欲が暴走しにくい形を作る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第5回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満腹感を保ちやすい食べ方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E8F5E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ただ減らすより、満腹感が続きやすい構成にする方がうまくいく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938528"/>
            <a:ext cx="640080" cy="64008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38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🥩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37360" y="1847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たんぱく質を抜きすぎない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21762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肉・魚・卵・大豆・乳製品が少ないと満足感↓ → 間食に走りやすい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主食だけや菓子パンだけより、たんぱく質を含む食事の方が崩れにくい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2990088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900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🥬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2898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食物繊維を増やす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7360" y="32278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野菜・きのこ・海藻・豆類で食事のかさを増やす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少ない量でも満足しやすくする工夫として説明する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041648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0416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🍲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37360" y="3950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汁物や副菜を上手に使う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37360" y="42793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食事が単品になりにくくなる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高血圧や腎臓病がある場合は塩分量に注意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第5回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まず減らしやすい食品 ― 効果が出やすいものから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🍪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菓子類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0" y="11430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食事とは別に入り、摂取量を過小評価しやすい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0" y="1554480"/>
            <a:ext cx="5212080" cy="320040"/>
          </a:xfrm>
          <a:prstGeom prst="roundRect">
            <a:avLst>
              <a:gd name="adj" fmla="val 17143"/>
            </a:avLst>
          </a:prstGeom>
          <a:solidFill>
            <a:srgbClr val="D4EDDA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量を半分・回数を減らす・家に置かない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19456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🥤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甘い飲み物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00400" y="2240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最優先で見直したい項目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200400" y="2651760"/>
            <a:ext cx="5212080" cy="320040"/>
          </a:xfrm>
          <a:prstGeom prst="roundRect">
            <a:avLst>
              <a:gd name="adj" fmla="val 17143"/>
            </a:avLst>
          </a:prstGeom>
          <a:solidFill>
            <a:srgbClr val="D4EDDA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2651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毎日→週数回、500mL→小サイズ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2918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🍺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7160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アルコール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00400" y="33375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飲酒カロリー＋つまみ・夜食が増えやすい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00400" y="3749040"/>
            <a:ext cx="5212080" cy="320040"/>
          </a:xfrm>
          <a:prstGeom prst="roundRect">
            <a:avLst>
              <a:gd name="adj" fmla="val 17143"/>
            </a:avLst>
          </a:prstGeom>
          <a:solidFill>
            <a:srgbClr val="D4EDDA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3749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回数と量、つまみの内容を一緒に見直す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第5回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外食で崩れにくくする工夫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34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崩れやすいのはメニュー選びより空腹の勢いで注文する場面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73152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28800"/>
            <a:ext cx="91440" cy="475488"/>
          </a:xfrm>
          <a:prstGeom prst="roundRect">
            <a:avLst/>
          </a:prstGeom>
          <a:solidFill>
            <a:srgbClr val="C2410C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828800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空腹が強すぎる状態で店に入らない（事前に軽く補食）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73152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423160"/>
            <a:ext cx="91440" cy="475488"/>
          </a:xfrm>
          <a:prstGeom prst="roundRect">
            <a:avLst/>
          </a:prstGeom>
          <a:solidFill>
            <a:srgbClr val="C2410C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423160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大盛りやおかわりを「とりあえず」で頼まない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73152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017520"/>
            <a:ext cx="91440" cy="475488"/>
          </a:xfrm>
          <a:prstGeom prst="roundRect">
            <a:avLst/>
          </a:prstGeom>
          <a:solidFill>
            <a:srgbClr val="C2410C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017520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セットで炭水化物を重ねない（ラーメン+チャーハン等）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3611880"/>
            <a:ext cx="73152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3611880"/>
            <a:ext cx="91440" cy="475488"/>
          </a:xfrm>
          <a:prstGeom prst="roundRect">
            <a:avLst/>
          </a:prstGeom>
          <a:solidFill>
            <a:srgbClr val="C2410C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3611880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「せっかくだから」で追加注文しない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73152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4206240"/>
            <a:ext cx="91440" cy="475488"/>
          </a:xfrm>
          <a:prstGeom prst="roundRect">
            <a:avLst/>
          </a:prstGeom>
          <a:solidFill>
            <a:srgbClr val="C2410C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4206240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深夜の外食をできるだけ避ける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第5回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よくある誤解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24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024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朝を抜けば痩せる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3898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昼夜に強い空腹 → 食べすぎやすい。1日の食事配分が崩れることが問題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19385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糖質だけ切ればよい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3042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脂質・アルコール・間食・液体カロリーも大きく関与。全体像を見る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8529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852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運動すれば食事はそのままでよい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218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食行動が原因なら運動だけで帳尻を合わせにくい。両方現実的に考える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767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767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少し減ったら元の食事に戻してよい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133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食事パターンが戻れば体重も戻る。続けられる食べ方の定着が目標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第5回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外来で伝える行動目標の例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E8F5E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「食べすぎないで」ではなく具体的な行動目標に落とす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371600" y="1828800"/>
            <a:ext cx="6400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828800"/>
            <a:ext cx="91440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8288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甘い飲み物を水かお茶に変える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2514600"/>
            <a:ext cx="6400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0" y="2514600"/>
            <a:ext cx="91440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25146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間食は決めた時間と量だけにする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71600" y="3200400"/>
            <a:ext cx="6400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371600" y="3200400"/>
            <a:ext cx="91440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32004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夕食は21時より前に済ませる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71600" y="3886200"/>
            <a:ext cx="6400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0" y="3886200"/>
            <a:ext cx="91440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7" name="Text 15"/>
          <p:cNvSpPr/>
          <p:nvPr/>
        </p:nvSpPr>
        <p:spPr>
          <a:xfrm>
            <a:off x="1737360" y="38862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早食いを避けて一口ごとに箸を置く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71600" y="4572000"/>
            <a:ext cx="6400800" cy="365760"/>
          </a:xfrm>
          <a:prstGeom prst="roundRect">
            <a:avLst>
              <a:gd name="adj" fmla="val 25000"/>
            </a:avLst>
          </a:prstGeom>
          <a:solidFill>
            <a:srgbClr val="F8D7DA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✕「食べすぎないようにしてください」だけでは行動変容につながりにくい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第5回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—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0972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肥満の食事指導は「食べるな」ではなく「崩れにくい食べ方を作る」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830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783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早食い・液体カロリー・夜遅い食事・間食がよくある原因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4688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4688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極端な制限は続かない ― 食欲が暴走しにくい形に組み替える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1546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1546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154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満腹感を保ちやすい構成（たんぱく質＋食物繊維）にする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8404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最も減らしやすい菓子・飲み物・アルコールから着手する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第5回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次回予告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6400800" cy="1828800"/>
          </a:xfrm>
          <a:prstGeom prst="roundRect">
            <a:avLst>
              <a:gd name="adj" fmla="val 7500"/>
            </a:avLst>
          </a:prstGeom>
          <a:solidFill>
            <a:srgbClr val="1B5E20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第6回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651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CKDの食事指導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たんぱく質・塩分・カリウムの三本柱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チャンネル登録で見逃さないようにしましょう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0" y="2011680"/>
            <a:ext cx="3657600" cy="0"/>
          </a:xfrm>
          <a:prstGeom prst="line">
            <a:avLst/>
          </a:prstGeom>
          <a:noFill/>
          <a:ln w="25400">
            <a:solidFill>
              <a:srgbClr val="FF8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👍 高評価・チャンネル登録よろしくお願いします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📋 再生リストから他の回もご覧ください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💬 コメント欄で質問・リクエストお待ちしています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食事指導シリーズ 第5回 肥満</dc:title>
  <dc:subject>PptxGenJS Presentation</dc:subject>
  <dc:creator>今村久司</dc:creator>
  <cp:lastModifiedBy>今村久司</cp:lastModifiedBy>
  <cp:revision>1</cp:revision>
  <dcterms:created xsi:type="dcterms:W3CDTF">2026-03-26T02:00:57Z</dcterms:created>
  <dcterms:modified xsi:type="dcterms:W3CDTF">2026-03-26T02:00:57Z</dcterms:modified>
</cp:coreProperties>
</file>