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👧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子どもが「頭が痛い」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と言ったら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286000" y="24688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親が知るべき判断基準を</a:t>
            </a: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#18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😢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子どもが「頭が痛い」と訴えるが、どう判断すれば？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19072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64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1764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学校で頭痛を訴えて保健室に行くことが増えた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32304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78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🤮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247802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頭痛と一緒に吐くことがある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45536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912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😴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63040" y="319125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朝起きたときに頭が痛いと言う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58768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044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463040" y="39044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病院に連れて行くべきか迷う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子どもの頭痛は珍しくない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6667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486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小中学生の約3〜5割が頭痛を経験 ― 多くは心配のないタイプ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3192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109728" cy="18288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🔵 一次性頭痛（頭痛そのものが病気）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片頭痛（子どもにも多い）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578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緊張型頭痛（最多）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8712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頭痛の原因となる病気はない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1638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→ 多くは適切な対応で改善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393192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783080"/>
            <a:ext cx="109728" cy="18288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二次性頭痛（別の病気が原因）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2286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髄膜炎・脳炎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578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脳腫瘍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8712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水頭症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1638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→ 見逃してはいけない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594360"/>
          </a:xfrm>
          <a:prstGeom prst="rect">
            <a:avLst>
              <a:gd name="adj" fmla="val 15385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40480"/>
            <a:ext cx="109728" cy="59436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ほとんどは一次性頭痛ですが、「いつもと違う頭痛」を見逃さないことが大切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子どもの片頭痛 ― 大人とここが違う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486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子ども: 両側が痛い（おでこ全体）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109728" cy="548640"/>
          </a:xfrm>
          <a:prstGeom prst="rect">
            <a:avLst>
              <a:gd name="adj" fmla="val 41667"/>
            </a:avLst>
          </a:prstGeom>
          <a:solidFill>
            <a:srgbClr val="636E7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51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大人: 片側が痛い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39319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691640"/>
            <a:ext cx="109728" cy="5486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子ども: 持続時間が短い（1〜2時間）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39319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91640"/>
            <a:ext cx="109728" cy="548640"/>
          </a:xfrm>
          <a:prstGeom prst="rect">
            <a:avLst>
              <a:gd name="adj" fmla="val 41667"/>
            </a:avLst>
          </a:prstGeom>
          <a:solidFill>
            <a:srgbClr val="636E7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大人: 4〜72時間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39319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377440"/>
            <a:ext cx="109728" cy="5486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🤢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子ども: 吐き気・嘔吐が目立つ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377440"/>
            <a:ext cx="39319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377440"/>
            <a:ext cx="109728" cy="548640"/>
          </a:xfrm>
          <a:prstGeom prst="rect">
            <a:avLst>
              <a:gd name="adj" fmla="val 41667"/>
            </a:avLst>
          </a:prstGeom>
          <a:solidFill>
            <a:srgbClr val="636E72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大人: 頭痛が主体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39319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63240"/>
            <a:ext cx="109728" cy="5486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😶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9728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子ども: 顔色が悪くなる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063240"/>
            <a:ext cx="39319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63240"/>
            <a:ext cx="109728" cy="548640"/>
          </a:xfrm>
          <a:prstGeom prst="rect">
            <a:avLst>
              <a:gd name="adj" fmla="val 41667"/>
            </a:avLst>
          </a:prstGeom>
          <a:solidFill>
            <a:srgbClr val="636E72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大人: 光・音に敏感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39319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749040"/>
            <a:ext cx="109728" cy="5486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😴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9728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子ども: 寝ると治ることが多い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3749040"/>
            <a:ext cx="39319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749040"/>
            <a:ext cx="109728" cy="548640"/>
          </a:xfrm>
          <a:prstGeom prst="rect">
            <a:avLst>
              <a:gd name="adj" fmla="val 41667"/>
            </a:avLst>
          </a:prstGeom>
          <a:solidFill>
            <a:srgbClr val="636E72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3794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大人: 薬が必要なことが多い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4526280"/>
            <a:ext cx="8229600" cy="182880"/>
          </a:xfrm>
          <a:prstGeom prst="rect">
            <a:avLst>
              <a:gd name="adj" fmla="val 50000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" y="45262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子どもの片頭痛は「お腹が痛い」と表現されることもあります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緊張型頭痛 ― 最も多い子どもの頭痛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頭全体が締めつけられるような痛み ― ストレス・姿勢・睡眠不足が原因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特徴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931920" cy="347472"/>
          </a:xfrm>
          <a:prstGeom prst="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109728" cy="347472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頭全体が「ぎゅっ」と痛い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931920" cy="347472"/>
          </a:xfrm>
          <a:prstGeom prst="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68880"/>
            <a:ext cx="109728" cy="347472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87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我慢できる程度の痛み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3931920" cy="347472"/>
          </a:xfrm>
          <a:prstGeom prst="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109728" cy="347472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986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吐き気は少ない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3931920" cy="347472"/>
          </a:xfrm>
          <a:prstGeom prst="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91840"/>
            <a:ext cx="109728" cy="347472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101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動いても悪化しない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645920"/>
            <a:ext cx="393192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64592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よくある原因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学校でのストレス・友人関係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スマホ・ゲームの長時間使用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睡眠不足・不規則な生活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姿勢不良（猫背）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3931920" cy="640080"/>
          </a:xfrm>
          <a:prstGeom prst="rect">
            <a:avLst>
              <a:gd name="adj" fmla="val 14286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880360"/>
            <a:ext cx="109728" cy="64008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926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生活習慣の見直しで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多くは改善します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頭痛ダイアリー ― 受診前にやっておくと便利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頭痛の記録をつけることで、医師が正確に診断しやすくなります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411480"/>
          </a:xfrm>
          <a:prstGeom prst="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109728" cy="4114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664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1664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日付・曜日・時間帯（朝？夕方？）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411480"/>
          </a:xfrm>
          <a:prstGeom prst="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48840"/>
            <a:ext cx="109728" cy="4114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67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1671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どのくらい？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21671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痛みの持続時間（分〜時間）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411480"/>
          </a:xfrm>
          <a:prstGeom prst="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51760"/>
            <a:ext cx="109728" cy="4114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70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26700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どこが？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926080" y="2670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痛む場所（おでこ？後頭部？片側？）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8229600" cy="411480"/>
          </a:xfrm>
          <a:prstGeom prst="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54680"/>
            <a:ext cx="109728" cy="4114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😣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88720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どんな痛み？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926080" y="3172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ズキズキ？ぎゅっと？ガンガン？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411480"/>
          </a:xfrm>
          <a:prstGeom prst="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657600"/>
            <a:ext cx="109728" cy="4114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75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🤢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88720" y="3675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他の症状は？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926080" y="3675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吐き気・嘔吐・光や音が嫌など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8229600" cy="411480"/>
          </a:xfrm>
          <a:prstGeom prst="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160520"/>
            <a:ext cx="109728" cy="4114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178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88720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きっかけは？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92608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寝不足？テスト前？天気？運動後？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危険な頭痛のサイン ― これがあればすぐ受診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7315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🚑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0515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突然の激しい頭痛（今まで経験したことがない）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（くも膜下出血・脳出血の可能性）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73152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109728" cy="7315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19202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頭痛＋高熱＋首のこわばり＋嘔吐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（髄膜炎・脳炎の可能性 → 救急受診）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73152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109728" cy="7315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7889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頭痛が日に日に悪化している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（脳腫瘍・水頭症の可能性）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73152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109728" cy="7315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🤮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36576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朝の頭痛＋噴射性の嘔吐（噴水のように吐く）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（頭蓋内圧亢進の可能性）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「いつもと違う」を見逃さない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201168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いつもの頭痛パターン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痛み方が毎回似ている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寝ると治る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食欲があり元気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遊ぶと忘れている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学校に行ける程度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109728" cy="20116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いつもと違う ← 要注意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今までにない激しい痛み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寝ても治らない・悪化する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元気がなくぐったりしている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痛みで目が覚める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学校に行けないほど強い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594360"/>
          </a:xfrm>
          <a:prstGeom prst="rect">
            <a:avLst>
              <a:gd name="adj" fmla="val 15385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46120"/>
            <a:ext cx="109728" cy="59436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291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子どもの頭痛は「普段のパターン」を知っておくことが重要です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023360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69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小さなお子さんは「頭が痛い」と言えません。ぐずる・食欲低下・頭を抱えるなどの行動に注目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何科を受診する？ ― 子どもの頭痛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4630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👶 まずは小児科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子どもの頭痛の第一選択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全身状態の評価ができる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感染症の除外ができる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必要に応じて専門科へ紹介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109728" cy="14630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🧠 脳神経内科・小児神経科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3776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頭痛が繰り返す場合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片頭痛が疑われる場合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神経症状がある場合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MRI検査が必要な場合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39319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97480"/>
            <a:ext cx="109728" cy="731520"/>
          </a:xfrm>
          <a:prstGeom prst="rect">
            <a:avLst>
              <a:gd name="adj" fmla="val 41667"/>
            </a:avLst>
          </a:prstGeom>
          <a:solidFill>
            <a:srgbClr val="636E7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👁️ 眼科も忘れずに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視力低下・斜視による眼精疲労が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頭痛の原因になることも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697480"/>
            <a:ext cx="3931920" cy="73152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697480"/>
            <a:ext cx="109728" cy="7315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🚑 救急（119番）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3776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意識がおかしい・けいれん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突然の激しい頭痛＋嘔吐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緊急度3段階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すぐ受診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突然の激しい頭痛＋嘔吐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高熱＋首のこわばり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意識がおかしい・けいれん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119番 or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緊急受診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早めに受診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頭痛が1週間以上続く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朝の頭痛が繰り返す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頭痛が日に日に強くなっている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頭痛で学校を休むことが増えた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小児科 or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様子見OK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一時的で寝ると治る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元気で食欲もある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いつもと同じパターンの頭痛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生活習慣の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見直しから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家庭でできる対処法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7772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😴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十分な睡眠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13441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小学生は9〜11時間、中学生は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8〜10時間の睡眠を確保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74520"/>
            <a:ext cx="109728" cy="7772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188720" y="19659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規則正しい生活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22585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朝食を抜かない、就寝時間を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一定にする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88920"/>
            <a:ext cx="109728" cy="7772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34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188720" y="2880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82880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画面時間の制限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31729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スマホ・ゲームは1日1〜2時間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までを目安に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03320"/>
            <a:ext cx="109728" cy="7772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490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188720" y="3794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82880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水分をしっかり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28800" y="40873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脱水は頭痛の原因に。こまめに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水分を取らせる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子どもの頭痛への正しい対応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子どもの頭痛の多くは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片頭痛か緊張型頭痛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小中学生の3〜5割が経験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生活習慣の見直しで改善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「いつもと違う頭痛」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が受診の判断基準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普段のパターンを知っておく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頭痛ダイアリーが役立つ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高熱＋嘔吐＋首のこわばり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は救急受診を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髄膜炎・脳腫瘍の可能性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朝の頭痛の繰り返しにも注意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チャンネル登録・高評価よろしくお願いします！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🔗 ブログ記事で詳しく読む（概要欄にリンク）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次回予告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#19 認知症と運転免許 ― 家族が知っておくべき制度と説得のコツ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【その症状、大丈夫？#18】子どもが「頭が痛い」と言ったら ― 親が知るべき判断基準</dc:title>
  <dc:subject>PptxGenJS Presentation</dc:subject>
  <dc:creator>今村久司</dc:creator>
  <cp:lastModifiedBy>今村久司</cp:lastModifiedBy>
  <cp:revision>1</cp:revision>
  <dcterms:created xsi:type="dcterms:W3CDTF">2026-04-14T09:23:59Z</dcterms:created>
  <dcterms:modified xsi:type="dcterms:W3CDTF">2026-04-14T09:23:59Z</dcterms:modified>
</cp:coreProperties>
</file>