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80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062EBC09-E340-429A-A48C-2ED253578334}"/>
    <pc:docChg chg="undo custSel modSld">
      <pc:chgData name="久司 今村" userId="1c5d66dd010fbc96" providerId="LiveId" clId="{062EBC09-E340-429A-A48C-2ED253578334}" dt="2026-04-01T12:19:53.289" v="1" actId="20577"/>
      <pc:docMkLst>
        <pc:docMk/>
      </pc:docMkLst>
      <pc:sldChg chg="modSp mod">
        <pc:chgData name="久司 今村" userId="1c5d66dd010fbc96" providerId="LiveId" clId="{062EBC09-E340-429A-A48C-2ED253578334}" dt="2026-04-01T12:19:53.289" v="1" actId="20577"/>
        <pc:sldMkLst>
          <pc:docMk/>
          <pc:sldMk cId="0" sldId="266"/>
        </pc:sldMkLst>
        <pc:spChg chg="mod">
          <ac:chgData name="久司 今村" userId="1c5d66dd010fbc96" providerId="LiveId" clId="{062EBC09-E340-429A-A48C-2ED253578334}" dt="2026-04-01T12:19:53.289" v="1" actId="20577"/>
          <ac:spMkLst>
            <pc:docMk/>
            <pc:sldMk cId="0" sldId="266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08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「あの人の名前が出てこない」</a:t>
            </a:r>
            <a:endParaRPr lang="en-US" sz="3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は認知症のサイン？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ふつうの物忘れとの違いを解説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こんな経験ありませんか？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「あの俳優の名前、何だっけ……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顔は浮かんでるのに」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「昨日会った人の名前が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どうしても出てこない」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188720" y="36576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「最近、人の名前が出てこなくて……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認知症でしょうか？」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外来で最も多い相談のひとつ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舌先現象（TOT現象）とは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Tip-of-the-Tongue (TOT) 現象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「喉まで出かかっているのに、あと一歩が出てこない」現象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若い人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週1回程度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中高年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383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週数回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651760" cy="4572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3383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ほぼ毎日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「意味」は検索できている → 足りないのは「音（発音パターン）」だけ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脳の中で何が起きているか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左下前頭回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ことばの検索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白質神経線維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つなぎ役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（加齢で衰える）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側頭極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固有名詞の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貯蔵庫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90D9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6692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90D9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核心メッセージ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名前が出てこない ≠ 記憶が消えた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「検索ルートが一時的に混雑している」状態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あとから思い出せるのは、別ルートで音の情報に到達したから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ふつうの物忘れ vs 認知症の物忘れ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64592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920240" y="1051560"/>
            <a:ext cx="3474720" cy="5029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394960" y="1051560"/>
            <a:ext cx="3474720" cy="50292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051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ふつうの物忘れ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1051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認知症が疑われる物忘れ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8595360" cy="8686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74320" y="1554480"/>
            <a:ext cx="16459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メニューを忘れる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食べたこと自体を忘れる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859536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4320" y="2423160"/>
            <a:ext cx="16459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423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時間を忘れるが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言われれば思い出す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2423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約束そのものを忘れ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ヒントでも思い出せない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8595360" cy="8686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274320" y="3291840"/>
            <a:ext cx="16459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物の置き場所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3291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鍵の場所を忘れるが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探して見つけられる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3291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不自然な場所に置き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「盗まれた」と言う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160520"/>
            <a:ext cx="859536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74320" y="4160520"/>
            <a:ext cx="16459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道順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4160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初めての場所で迷う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4160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慣れた近所で迷う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見分けの核心 ― 3つのポイント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77240" cy="77724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143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ヒントで思い出せるか？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思い出せる → 正常な物忘れの可能性が高い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777240" cy="77724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23774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一部を忘れたか、全体を忘れたか？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788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メニューを忘れる vs 食事したこと自体を忘れる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質がまったく違う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777240" cy="7772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45920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本人に自覚があるか？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本人が自覚 → 正常な物忘れ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家族だけが心配 → 要注意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MCI（軽度認知障害）とは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Mild Cognitive Impairment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年齢のわりに認知機能が低下しているが、日常生活は自立してできている状態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65歳以上の高齢者（厚生労働省 2022年調査）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約12.3%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443万人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28346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3383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約15.5%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559万人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8346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651760" cy="4572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12648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合計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383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約4人に1人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1,002万人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MCIの行方 ― すべてが認知症になるわけではない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280160"/>
            <a:ext cx="1280160" cy="128016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10〜15%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認知症に進展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931920" y="1280160"/>
            <a:ext cx="1280160" cy="12801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931920" y="12801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14〜40%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正常に回復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280160" cy="128016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858000" y="12801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残りの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多くの方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MCIのまま安定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137160" cy="11887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MCIの段階で気づければ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生活習慣の改善や適切な介入で、進行を遅らせたり回復したりする可能性がある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これが「早めの受診」が勧められる最大の理由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セルフチェック ― こんなときは要注意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数分前の会話内容を覚えていない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65760" y="1901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同じ話や質問を何度も繰り返す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78024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615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4780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大切な約束をメモがあっても忘れる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191256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6576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1912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日付や曜日が頻繁にわからなくなる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904488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65760" y="4041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9044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慣れた場所（近所）で迷う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75488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051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長年の料理の手順がわからなくなった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764792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4754880" y="1901952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754880" y="1901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17647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お金の管理・計算でミスが著しく増えた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2478024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4754880" y="2615184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754880" y="2615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24780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趣味や社会活動への興味を急に失った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3191256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4754880" y="3328416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475488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31912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性格が変わった（怒りっぽい・無気力）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3904488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4754880" y="4041648"/>
            <a:ext cx="320040" cy="3200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4754880" y="4041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66360" y="39044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身だしなみに無頓着になった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複数該当 + 以前と比べて変化 → 一度相談する価値あり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受診のタイミングと相談先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迷ったら「もの忘れ外来」へ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脳神経内科が得意とする領域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認知機能検査～画像検査まで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ワンストップで評価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早めに受診したほうがいい場合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家族や周囲の人が心配している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1214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数か月の間に目に見えて悪化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59689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慣れた道で迷うようになった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07238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お金・服薬の管理ができなくなった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5478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 性格や行動に明らかな変化がある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109728" cy="18288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3152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受診をためらう方へ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28346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「何も問題なかった」も大きな価値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ベースラインの記録として将来の比較データになる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本人が嫌がる場合: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「健康診断のついで」「頭痛の相談」などきっかけ作りを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14400" y="11430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「舌先現象」は正常な加齢変化。若い人にも起こる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19659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見分けのポイントは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「ヒントで思い出せるか」「全体を忘れるか」「本人の自覚」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306324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2926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MCIの段階で気づけば、回復の可能性もある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 err="1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気になったら「もの忘れ外来」へ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 err="1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何もなくても将来の比較データに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828800" y="4663440"/>
            <a:ext cx="5486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  ｜  チャンネル登録よろしくお願いします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11/11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356</Words>
  <Application>Microsoft Office PowerPoint</Application>
  <PresentationFormat>画面に合わせる (16:9)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「あの人の名前が出てこない」は認知症のサイン？ ― 脳神経内科医が解説</dc:title>
  <dc:subject>PptxGenJS Presentation</dc:subject>
  <dc:creator>今村久司</dc:creator>
  <cp:lastModifiedBy>久司 今村</cp:lastModifiedBy>
  <cp:revision>1</cp:revision>
  <dcterms:created xsi:type="dcterms:W3CDTF">2026-04-01T03:02:19Z</dcterms:created>
  <dcterms:modified xsi:type="dcterms:W3CDTF">2026-04-01T12:19:55Z</dcterms:modified>
</cp:coreProperties>
</file>