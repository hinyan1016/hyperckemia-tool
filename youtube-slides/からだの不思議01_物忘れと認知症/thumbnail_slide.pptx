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名前が出てこない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 認知症？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828800" y="324612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舌先現象とは？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見分けの3ポイント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MCIなら回復も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2026-04-01T03:08:01Z</dcterms:created>
  <dcterms:modified xsi:type="dcterms:W3CDTF">2026-04-01T03:08:01Z</dcterms:modified>
</cp:coreProperties>
</file>