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寝てるとビクッ！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その正体は？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60〜70%が経験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脳の誤放電が原因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受診すべきサイン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2026-04-02T02:30:50Z</dcterms:created>
  <dcterms:modified xsi:type="dcterms:W3CDTF">2026-04-02T02:30:50Z</dcterms:modified>
</cp:coreProperties>
</file>