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🦵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寝ている時に足がつる…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これって危ないサイン？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脳神経内科医が教える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原因と危険なサイン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寝ている最中にふくらはぎが突然つる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痛みで目が覚めて動けない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🏃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運動の後に足がつりやすい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最近、頻繁に足がつるようになった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18288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足がつる（こむら返り）とは？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筋肉が自分の意志とは関係なく、突然強く収縮して痛みが出る現象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7432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48840"/>
            <a:ext cx="109728" cy="2286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神経の異常興奮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194560" cy="0"/>
          </a:xfrm>
          <a:prstGeom prst="line">
            <a:avLst/>
          </a:prstGeom>
          <a:noFill/>
          <a:ln w="12700">
            <a:solidFill>
              <a:srgbClr val="2C5A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筋肉を動かす神経が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何らかの原因で過剰に興奮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00400" y="2148840"/>
            <a:ext cx="27432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148840"/>
            <a:ext cx="109728" cy="2286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240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筋肉の強直性収縮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474720" y="2834640"/>
            <a:ext cx="2194560" cy="0"/>
          </a:xfrm>
          <a:prstGeom prst="line">
            <a:avLst/>
          </a:prstGeom>
          <a:noFill/>
          <a:ln w="12700">
            <a:solidFill>
              <a:srgbClr val="2C5A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筋肉が一気に縮み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リラックスできなくなる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27432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148840"/>
            <a:ext cx="109728" cy="2286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240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激しい痛み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00800" y="2834640"/>
            <a:ext cx="2194560" cy="0"/>
          </a:xfrm>
          <a:prstGeom prst="line">
            <a:avLst/>
          </a:prstGeom>
          <a:noFill/>
          <a:ln w="12700">
            <a:solidFill>
              <a:srgbClr val="2C5A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971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数秒〜数分間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強い痛みが続く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医学用語では「有痛性筋けいれん（muscle cramp）」と呼びます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よくある原因 ― ほとんどは心配不要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51560"/>
          </a:xfrm>
          <a:prstGeom prst="rect">
            <a:avLst>
              <a:gd name="adj" fmla="val 869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脱水・水分不足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汗をかいた後や就寝中に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体内の水分が減る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51560"/>
          </a:xfrm>
          <a:prstGeom prst="rect">
            <a:avLst>
              <a:gd name="adj" fmla="val 869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078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電解質バランスの乱れ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マグネシウム・カリウム・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カルシウムの不足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051560"/>
          </a:xfrm>
          <a:prstGeom prst="rect">
            <a:avLst>
              <a:gd name="adj" fmla="val 869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🏋️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2313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筋肉の疲労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運動後や長時間の立ち仕事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筋肉への負荷が原因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1051560"/>
          </a:xfrm>
          <a:prstGeom prst="rect">
            <a:avLst>
              <a:gd name="adj" fmla="val 869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🥶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2313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冷え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冬場やクーラーの効いた部屋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血行不良で筋肉が緊張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114800" cy="1051560"/>
          </a:xfrm>
          <a:prstGeom prst="rect">
            <a:avLst>
              <a:gd name="adj" fmla="val 869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47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50歳以上で頻度が増加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筋肉量の減少が一因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1051560"/>
          </a:xfrm>
          <a:prstGeom prst="rect">
            <a:avLst>
              <a:gd name="adj" fmla="val 869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547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🤰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86400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妊娠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8640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妊娠後期に多い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ホルモン・体重変化の影響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意外と多い ― 薬の副作用による足のつり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>
              <a:gd name="adj" fmla="val 125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315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普段飲んでいる薬が原因で足がつりやすくなることがあります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利尿薬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高血圧・むくみの薬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84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カリウム・マグネシウムが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尿と一緒に排出される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33472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79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スタチン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コレステロールの薬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筋肉へのダメージ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（横紋筋融解症に注意）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00984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降圧薬（ARB/ACE）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60320" y="3346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血圧を下げる薬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319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電解質バランスの変化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68496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14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吸入ステロイド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60320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喘息・COPDの薬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39867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カリウム低下の可能性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自己判断で薬を中止せず、主治医にご相談ください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脳神経内科医が注目する ― 隠れた病気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末梢神経障害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（糖尿病性など）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しびれや感覚低下を伴う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糖尿病の合併症で最多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腰部脊柱管狭窄症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（せきちゅうかんきょうさくしょう）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歩くと足がしびれ・つる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休むと楽になる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ALS（筋萎縮性側索硬化症）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筋力低下・筋萎縮が進行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足のつりが初期症状のことも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むくみ・疲労感・冷え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代謝低下による筋けいれん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こんな「つり方」は要注意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週に2回以上、繰り返し足がつる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🦶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足のつりと一緒に、しびれや感覚の鈍さがある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筋肉が痩せてきた（筋萎縮）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🫳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2369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ふくらはぎ以外（太もも・手・全身）もつる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歩行中につる＋休むと治る（間欠性跛行）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7315200" cy="18288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足のつり＋筋力低下が急速に進行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足がパンパンに腫れて熱を持つ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神経疾患・深部静脈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血栓症の可能性→救急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週2回以上つる / しびれを伴う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筋肉が痩せてきた気がする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脳神経内科を受診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原因精査が必要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たまにつる程度（月1〜2回）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疲労・運動後に限定される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セルフケアで対応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悪化したら受診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足がつった！ ― その場でできる対処法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🦶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つま先を手前に引く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つった筋肉をゆっくり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ストレッチする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👐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ゆっくりマッサージ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痛みが和らいだら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筋肉を軽くほぐす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109728" cy="9601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031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温める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蒸しタオルや温水で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血行を促進する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無理に伸ばすと肉離れの危険！ ゆっくり丁寧に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足のつりを予防する5つの習慣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水分をこまめに摂る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93192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就寝前にコップ1杯の水。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1日1.5〜2Lが目安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099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ミネラルを意識した食事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931920" y="1755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マグネシウム（ナッツ・海藻）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カリウム（バナナ・ほうれん草）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597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32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🧘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25328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就寝前のストレッチ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931920" y="25054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ふくらはぎを30秒ずつ伸ばす。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毎晩の習慣にする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95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826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32826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足を冷やさない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931920" y="3255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レッグウォーマーや靴下で保温。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夏のクーラーにも注意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5935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325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80160" y="4032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適度な運動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931920" y="4005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ウォーキング30分/日。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筋力維持が予防の基本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芍薬甘草湯（しゃくやくかんぞうとう）は効きますか？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即効性があり有効ですが、長期連用は低カリウム血症のリスク。頓用で使いましょう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足がつるのは脳梗塞の前兆ですか？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足のつり単独では脳梗塞を疑う根拠にはなりません。片側の麻痺やろれつ障害を伴う場合は別です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サプリメントでマグネシウムを摂ってもいい？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食事からの摂取が基本ですが、不足気味なら補助的に有効です。腎臓の病気がある方は医師に相談を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足がつる時に覚えておきたい3つ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たまにつる程度は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ほとんど心配不要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脱水・疲労・冷えが主な原因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生活習慣の見直しで改善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頻繁につる＋しびれは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病気のサインかも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末梢神経障害・脊柱管狭窄症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脳神経内科で精査を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薬の副作用も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チェックしよう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利尿薬・スタチンなど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主治医に相談を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足のつりセルフチェックツール（概要欄にリンク）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次回：「自律神経失調症」と言われたら？ ― 本当の原因と受診先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【その症状、大丈夫？#05】寝ている時に足がつる</dc:title>
  <dc:subject>PptxGenJS Presentation</dc:subject>
  <dc:creator>今村久司</dc:creator>
  <cp:lastModifiedBy>今村久司</cp:lastModifiedBy>
  <cp:revision>1</cp:revision>
  <dcterms:created xsi:type="dcterms:W3CDTF">2026-04-13T03:57:09Z</dcterms:created>
  <dcterms:modified xsi:type="dcterms:W3CDTF">2026-04-13T03:57:09Z</dcterms:modified>
</cp:coreProperties>
</file>