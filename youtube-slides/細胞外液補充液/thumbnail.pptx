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"/>
            <a:ext cx="3840480" cy="4297680"/>
          </a:xfrm>
          <a:prstGeom prst="rect">
            <a:avLst>
              <a:gd name="adj" fmla="val 3571"/>
            </a:avLst>
          </a:prstGeom>
          <a:solidFill>
            <a:srgbClr val="1E2D4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57200"/>
            <a:ext cx="3840480" cy="7315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生理食塩水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Cl⁻ 154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2926080" cy="457200"/>
          </a:xfrm>
          <a:prstGeom prst="rect">
            <a:avLst>
              <a:gd name="adj" fmla="val 10000"/>
            </a:avLst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高Cl性アシドーシス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K⁺ = 0  緩衝剤なし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2377440" cy="457200"/>
          </a:xfrm>
          <a:prstGeom prst="rect">
            <a:avLst>
              <a:gd name="adj" fmla="val 10000"/>
            </a:avLst>
          </a:prstGeom>
          <a:solidFill>
            <a:srgbClr val="2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TBI・高K → 生食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457200"/>
            <a:ext cx="3840480" cy="4297680"/>
          </a:xfrm>
          <a:prstGeom prst="rect">
            <a:avLst>
              <a:gd name="adj" fmla="val 3571"/>
            </a:avLst>
          </a:prstGeom>
          <a:solidFill>
            <a:srgbClr val="1E2D4A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457200"/>
            <a:ext cx="3840480" cy="7315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731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リンゲル液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120640" y="1554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Cl⁻ 109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5486400" y="2377440"/>
            <a:ext cx="2926080" cy="457200"/>
          </a:xfrm>
          <a:prstGeom prst="rect">
            <a:avLst>
              <a:gd name="adj" fmla="val 10000"/>
            </a:avLst>
          </a:prstGeom>
          <a:solidFill>
            <a:srgbClr val="28A74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血漿に近い組成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乳酸 / 酢酸 / 重炭酸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0" y="3657600"/>
            <a:ext cx="2377440" cy="457200"/>
          </a:xfrm>
          <a:prstGeom prst="rect">
            <a:avLst>
              <a:gd name="adj" fmla="val 10000"/>
            </a:avLst>
          </a:prstGeom>
          <a:solidFill>
            <a:srgbClr val="1A2A1A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敗血症・DKA → 有利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94760" y="1737360"/>
            <a:ext cx="1554480" cy="155448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17373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4400" dirty="0"/>
          </a:p>
        </p:txBody>
      </p:sp>
      <p:sp>
        <p:nvSpPr>
          <p:cNvPr id="23" name="Shape 2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結局どっちを選ぶ？ 最新エビデンスで徹底比較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サムネイル: 細胞外液補充液の使い分け</dc:title>
  <dc:subject>PptxGenJS Presentation</dc:subject>
  <dc:creator>今村久司</dc:creator>
  <cp:lastModifiedBy>今村久司</cp:lastModifiedBy>
  <cp:revision>1</cp:revision>
  <dcterms:created xsi:type="dcterms:W3CDTF">2026-03-28T01:00:04Z</dcterms:created>
  <dcterms:modified xsi:type="dcterms:W3CDTF">2026-03-28T01:00:04Z</dcterms:modified>
</cp:coreProperties>
</file>