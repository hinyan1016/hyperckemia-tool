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アリドネパッチで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食欲は改善するのか？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ドネペジル貼付剤と食欲・体重の実際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0" y="320040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最新エビデンスに基づく批判的吟味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今日のテーマ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アリドネパッチで食欲が改善した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という報告があるが、本当か？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30632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💊  ドネペジルは食欲を上げる薬？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35661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📄  食欲改善報告の中身と限界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4069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⚖️  貼付剤の消化器副作用の実態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526280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4572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🏥  実臨床での判断基準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2/10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ドネペジルと食欲 ― そもそもの前提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ドネペジル（アリセプト）は食欲を「下げる」方向の薬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電子添文に食欲不振・悪心・嘔吐・下痢・体重減少を記載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3mg開始は「消化器副作用を抑えるための非有効量」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468880"/>
            <a:ext cx="393192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68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Soysal 2016 メタアナリシス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ChEI使用は認知症高齢者の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体重減少と有意に関連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JNNP 2016;87:1368-74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4688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468880"/>
            <a:ext cx="3931920" cy="4572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468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Sheffrin 2015 VAコホート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ChEI群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29.3%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2920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対照群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22.8%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0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1.23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29200" y="4389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JAGS 2015;63:1512-8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3/10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食欲改善報告 ― 吉元 2025年論文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『診療と新薬』2025;62(10):701-5　単施設・後ろ向き観察研究　n=40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200400" cy="5029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0" y="1920240"/>
            <a:ext cx="5029200" cy="5029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1965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AD 40例（前治療薬なし）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3200400" cy="5029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MMSE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0" y="2468880"/>
            <a:ext cx="502920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25146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24週で有意変化なし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200400" cy="5029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SNAQ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0" y="3017520"/>
            <a:ext cx="50292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3063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6.7 → 17.2（16週後）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3200400" cy="5029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11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食事摂取量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0" y="3566160"/>
            <a:ext cx="502920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3611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157.9%（16週後）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3200400" cy="5029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副作用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57600" y="4114800"/>
            <a:ext cx="50292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4160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皮膚障害 12.5%、胃腸障害 0%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著者は「食欲改善が認められた」と結論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4/10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この研究の限界 ― そのまま信じてよいのか？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対照群がない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0" y="1188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経口群・未治療群との比較がなく、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薬の効果か自然経過か区別できない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148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80160" y="2148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少数例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0" y="2148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SNAQ解析 18例、食事摂取量 10例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統計的検出力が低い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108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後ろ向き・単施設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3108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症例選択バイアスを排除できない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0690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🗣️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80160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交絡因子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0" y="4069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スタッフの声かけ、介護環境の変化が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食欲に影響した可能性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5/10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貼付剤の消化器副作用の実態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「貼り薬だから消化器副作用は起きない」は誤り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20040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有害事象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0" y="2011680"/>
            <a:ext cx="256032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パッチ群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246888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経口群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200400" cy="4572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68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胃腸障害全体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0" y="2468880"/>
            <a:ext cx="2560320" cy="4572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9.8%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2468880"/>
            <a:ext cx="2468880" cy="4572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8.4%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3200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適用部位紅斑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0" y="2926080"/>
            <a:ext cx="25603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24.9%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7920" y="2926080"/>
            <a:ext cx="24688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―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3200400" cy="4572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適用部位そう痒感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657600" y="3383280"/>
            <a:ext cx="2560320" cy="4572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3383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22.5%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7920" y="3383280"/>
            <a:ext cx="2468880" cy="4572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383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―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3200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840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接触皮膚炎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657600" y="3840480"/>
            <a:ext cx="25603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11.0%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7920" y="3840480"/>
            <a:ext cx="24688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―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副作用がなくなるのではなく、副作用の重心が皮膚側に移る製剤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572000" y="4754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Nakamura Y, et al. Geriatr Gerontol Int 2023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6/10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なぜ「食べるようになった」と見えるのか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吉元論文は全例新規開始（前治療薬なし）・胃腸障害 0例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「経口剤の消化器不快軽減」仮説はこの研究には当てはまらない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著者の考察（薬理学的仮説）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496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💊  嚇下機能の改善（ACh濃度↑）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9535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🔬  抗炎症効果（サイトカイン抑制）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4107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👃  嗅覚・味覚の改善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8679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📈  貼付剤の緒やかな血中濃度上昇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011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交絡因子（排除できない）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2496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🏥  スタッフの声かけ・介護環境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29535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🔄  全身状態の自然変動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338328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34107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❓  プラセボ効果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4805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経口→貼付剤の切り替え場面では、消化器不快軽減が寄与する可能性あり（別の仮説）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7/10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切り替えを検討する患者像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6858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経口ドネペジルで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消化器症状が問題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1097280"/>
            <a:ext cx="4297680" cy="6858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1430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悪心・食欲不振・下痢が持続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減量でも改善しない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39319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9280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内服アドヒアランス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が不安定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1847088"/>
            <a:ext cx="42976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89280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飲み忘れが頻回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服薬拒否がある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3931920" cy="6858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4261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嚇下機能低下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0" y="2596896"/>
            <a:ext cx="4297680" cy="6858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64261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経口投与自体にリスク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誤嚥性肺炎の既往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46704"/>
            <a:ext cx="39319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924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介護負担の軽減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89120" y="3346704"/>
            <a:ext cx="42976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339242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服薬介助の負担が大きい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施設入所で管理を簡便化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3931920" cy="6858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422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「何となく食が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細くなった」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89120" y="4096512"/>
            <a:ext cx="4297680" cy="6858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414223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明確な消化器症状はないが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食事量が漸減している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8/10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貼付剤使用時の注意点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同一部位への貼付は 7日以上空ける（ローテーション）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☀️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剥離後 3週間は直射日光を避ける（光線過敏）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🩹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71600" y="31089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適用部位紅斑 24.9%、そう痒感 22.5%、接触皮膚炎 11.0%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❌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皮膚トラブルが強い患者には不向き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9/10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Take-Home Message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0972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アリドネパッチは「食欲增進薬」ではない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187452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食欲改善報告はあるが、エビデンスレベルは低い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65176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貼付剤でも消化器副作用は残る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34290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改善の主因は「経口剤の不快軽減」と考えるのが妥当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" y="425196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420624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消化器症状・服薬困難例での切り替え先として位置づける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828800" y="5029200"/>
            <a:ext cx="548640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10/10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アリドネパッチで食欲は改善するのか？</dc:title>
  <dc:subject>PptxGenJS Presentation</dc:subject>
  <dc:creator>今村久司</dc:creator>
  <cp:lastModifiedBy>今村久司</cp:lastModifiedBy>
  <cp:revision>1</cp:revision>
  <dcterms:created xsi:type="dcterms:W3CDTF">2026-04-03T22:27:53Z</dcterms:created>
  <dcterms:modified xsi:type="dcterms:W3CDTF">2026-04-03T22:27:53Z</dcterms:modified>
</cp:coreProperties>
</file>