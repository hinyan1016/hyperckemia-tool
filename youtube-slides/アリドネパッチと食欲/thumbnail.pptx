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2926080" cy="4572000"/>
          </a:xfrm>
          <a:prstGeom prst="rect">
            <a:avLst>
              <a:gd name="adj" fmla="val 3125"/>
            </a:avLst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🩹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貼付剤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アリドネパッチ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0" y="365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食欲は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改善するのか？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474720" y="2560320"/>
            <a:ext cx="5303520" cy="1097280"/>
          </a:xfrm>
          <a:prstGeom prst="rect">
            <a:avLst>
              <a:gd name="adj" fmla="val 6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エビデンスを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批判的に吐味します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ドネペジルはそもそも食欲を下げる薬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貼付剤でも消化器副作用は残る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実臨床での判断基準を解説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2026-04-03T20:06:11Z</dcterms:created>
  <dcterms:modified xsi:type="dcterms:W3CDTF">2026-04-03T20:06:11Z</dcterms:modified>
</cp:coreProperties>
</file>