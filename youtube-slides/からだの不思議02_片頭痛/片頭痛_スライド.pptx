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片頭痛持ちが知っておくべき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5つのこと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「我慢しない」ための知識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42900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片頭痛とは ― どれくらいいるの？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日本の片頭痛患者数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約840万人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（約15人に1人）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実際に受診している割合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約3割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0040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（約600万人が我慢中）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日常生活への支障度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35040" y="160020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2位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03504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（WHO・全疾患中）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9776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「たかが頭痛」ではなく、日常生活に大きな支障をきたす疾患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 1 ｜ 片頭痛は「脳の過敏体質」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三叉神経血管系が活性化 → CGRP大量放出 → 血管周囲の炎症 → ズキズキした拍動性の痛み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14600"/>
            <a:ext cx="2651760" cy="4114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脳の過剰反応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☀ 光がまぶしい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91840" y="2514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514600"/>
            <a:ext cx="265176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脳の過剰反応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🔊 音がうるさい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251460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514600"/>
            <a:ext cx="26517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514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脳の過剰反応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29718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👃 においで気分不良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319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遺伝的要因が大きい：親が片頭痛の場合、子どもも片頭痛になる確率は 50〜75%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 2 ｜ 鎮痛薬の飲みすぎが頭痛を悪化させる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頭痛が怖くて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早めに薬を飲む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42316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効きにくく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なってくる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もっと頻繁に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飲むようになる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18872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9202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0584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さらに頭痛が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増えていく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29260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2286000"/>
            <a:ext cx="2834640" cy="4114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286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薬の種類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MOH の目安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22860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注意点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697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市販複合鎮痛薬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697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月10日以上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2697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カフェイン配合は特にリスク大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246120"/>
            <a:ext cx="8229600" cy="502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NSAIDs（ロキソプロフェン等）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246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月15日以上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760720" y="324612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単一成分でも頻用は注意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79476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トリプタン製剤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月10日以上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760720" y="37947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片頭痛専用薬でも過剰使用あり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 3 ｜ 「予防薬」という選択肢がある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月に 2回以上 片頭痛がある方 → 予防療法の対象！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84048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384048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従来の予防薬（保険適用）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・バルプロ酸（抗てんかん薬）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・プロプラノロール（β遮断薬）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・アミトリプチリン（抗うつ薬）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・ロメリジン（Ca拮抗薬）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42062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645920"/>
            <a:ext cx="420624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645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新しい予防薬（CGRP関連抗体薬）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194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2021年〜 日本でも使用可能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606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・エレヌマブ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・フレマネズマブ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・ガルカネズマブ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886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月1回皮下注射で片頭痛日数を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 約50% 減少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 4 ｜ 「自分のトリガー」を知る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012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ストレス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0" y="96012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強い精神的ストレス、解放直後の「週末頭痛」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81328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813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28800" y="1481328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睡眠不足、寝すぎ（休日の朝寝坊）、時差ボケ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002536"/>
            <a:ext cx="841248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" y="2002536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025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ホルモン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828800" y="2002536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月経前〜月経中（エストロゲンの急激な低下）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2523744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523744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2374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28800" y="2523744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空腹・欠食、赤ワイン、カフェインの急な中断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044952"/>
            <a:ext cx="841248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044952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04495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環境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044952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気圧低下、強い光・騒音・強いにおい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3566160"/>
            <a:ext cx="8412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" y="3566160"/>
            <a:ext cx="1371600" cy="475488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56616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身体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28800" y="3566160"/>
            <a:ext cx="6766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肩こり・首こり、激しい運動、脱水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複数のトリガーが重なったとき「閾値」を超えて発作が起こる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ポイント 5 ｜ 「いつもと違う頭痛」は別の病気のサイン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すぐに救急受診すべきサイン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「人生最悪の頭痛」突然の激しい頭痛 → くも膜下出血の可能性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発熱 ＋ 頭痛 ＋ 首のこわばり → 髄膜炎の可能性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14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手足の麻痺・しびれ、言葉が出にくい → 脳卒中の可能性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8412480" cy="457200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 日に日に悪化する頭痛（特に朝が強い）→ 脳腫瘍等の可能性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4114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36118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かかりつけ医に相談すべきサイン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・頭痛のパターン（痛み方・場所・持続時間）が明らかに変わった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・いつもの薬がまったく効かない　　50歳以降に初めて頭痛が出現した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補足 ｜ 前兆（閃輝暗点）のある片頭痛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657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前兆のある片頭痛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全患者の 約2〜3割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389120" y="1005840"/>
            <a:ext cx="4389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0" y="10058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閃輝暗点（せんきあんてん）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50876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視野にキラキラした光の輪・ギザギザ模様が広がり視野が欠ける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606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 20〜30分で消失 → 頭痛発作がつづく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0515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657600"/>
            <a:ext cx="182880" cy="10515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703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視野障害が片側だけで突然始まり、しびれ・麻痺を伴う場合は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脳梗塞との鑑別が必要 → 医療機関を受診してください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5つのポイント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640080" cy="65836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96112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97280" y="896112"/>
            <a:ext cx="7680960" cy="65836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89611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片頭痛は「脳の神経が過敏に反応する体質的な疾患」。「気のせい」ではない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640080" cy="65836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691640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1691640"/>
            <a:ext cx="7680960" cy="65836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169164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鎮痛薬の月10〜15日以上の使用は「薬物乱用頭痛」のリスク。飲みすぎ注意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65760" y="2487168"/>
            <a:ext cx="640080" cy="658368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8716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097280" y="2487168"/>
            <a:ext cx="7680960" cy="65836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48716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「予防薬」で頭痛の頻度を減らす治療がある。月2回以上なら相談を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640080" cy="658368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82696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1097280" y="3282696"/>
            <a:ext cx="7680960" cy="65836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328269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頭痛ダイアリーで自分のトリガーを把握しコントロール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4078224"/>
            <a:ext cx="640080" cy="658368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078224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1097280" y="4078224"/>
            <a:ext cx="7680960" cy="658368"/>
          </a:xfrm>
          <a:prstGeom prst="rect">
            <a:avLst/>
          </a:prstGeom>
          <a:solidFill>
            <a:srgbClr val="1E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407822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「いつもと違う頭痛」は別の危険な病気のサイン。迷ったら受診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片頭痛持ちが知っておくべき5つのこと ― 脳神経内科医が伝えたい「我慢しない」ための知識</dc:title>
  <dc:subject>PptxGenJS Presentation</dc:subject>
  <dc:creator>今村久司</dc:creator>
  <cp:lastModifiedBy>今村久司</cp:lastModifiedBy>
  <cp:revision>1</cp:revision>
  <dcterms:created xsi:type="dcterms:W3CDTF">2026-04-01T03:15:28Z</dcterms:created>
  <dcterms:modified xsi:type="dcterms:W3CDTF">2026-04-01T03:15:28Z</dcterms:modified>
</cp:coreProperties>
</file>