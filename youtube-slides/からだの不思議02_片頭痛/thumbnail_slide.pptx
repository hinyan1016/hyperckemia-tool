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片頭痛持ちが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知っておくべき5つのこと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828800" y="306324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9184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91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薬の飲みすぎNG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329184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291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予防薬がある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3291840"/>
            <a:ext cx="2560320" cy="5943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291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危険な頭痛を見分ける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2026-04-01T03:15:28Z</dcterms:created>
  <dcterms:modified xsi:type="dcterms:W3CDTF">2026-04-01T03:15:28Z</dcterms:modified>
</cp:coreProperties>
</file>