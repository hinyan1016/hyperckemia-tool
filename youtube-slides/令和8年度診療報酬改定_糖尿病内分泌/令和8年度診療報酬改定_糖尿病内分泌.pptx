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令和8年6月施行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令和8年度 診療報酬改定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【糖尿病・内分泌編】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生活習慣病管理料・眼科歯科連携加算・透析・薬価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厚生労働省公式資料・糖尿病標準診療マニュアル2026年版に基づく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糖尿病・内分泌領域の主要改定ポイント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87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生活習慣病管理料（I）（II）の見直し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包括範囲縮小、血液検査要件化、署名不要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眼科医療機関連携強化加算【新設】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60点/年1回 ― 糖尿病網膜症の早期発見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歯科医療機関連携強化加算【新設】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60点/年1回 ― 歯周病との双方向的関連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充実管理加算の3段階再編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30点/20点/10点 ― 実績に基づく評価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在宅自己注射の適用拡大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822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糖尿病以外の併存疾患にも算定可能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透析：人工腎臓▲20点＋充実加算+20点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腎代替療法診療体制充実加算の新設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生活習慣病管理料（I）（II）の見直し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包括範囲の縮小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併算定可能な医学管理料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trike="sngStrike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16項目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pPr algn="ctr" indent="0" marL="0">
              <a:buNone/>
            </a:pPr>
            <a:r>
              <a:rPr lang="en-US" sz="22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pPr algn="ctr"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37項目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4300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血液検査の要件化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管理料（I）の算定要件として追加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6か月に1回以上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療養計画書の簡素化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患者署名が不要に → 事務負担軽減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糖尿病＋他疾患を併存する患者の管理料算定の自由度が大幅に向上。併算定可能項目を確認し、漏れなく算定することが重要。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眼科医療機関連携強化加算【新設】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1188720" cy="11887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年1回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対象：糖尿病を主病とする患者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要件：眼科受診の必要性を認め連携を実施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目的：糖尿病網膜症の早期発見・治療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管理料（I）・（II）の双方で算定可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臨床的意義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糖尿病網膜症は無症状のまま進行。増殖網膜症では失明リスクあり。内科通院中でも眼科未受診の患者は少なくない。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91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内科主治医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2918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0" y="3291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2918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眼科受診の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必要性を判断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2918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91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2918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患者同意を取得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連携を実施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2918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3291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918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眼科を受診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60点算定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歯科医療機関連携強化加算【新設】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1188720" cy="11887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年1回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対象：糖尿病を主病とする患者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要件：歯科受診の必要性を認め連携を実施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目的：歯周病の予防・診断・治療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管理料（I）・（II）の双方で算定可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エビデンスの背景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歯周病は「第6の合併症」。歯周病治療によりHbA1cが改善するエビデンスあり。日本糖尿病学会も歯科連携を推奨。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32918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291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 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← 改善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0" y="32918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3291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歯周病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充実管理加算（旧：外来データ提出加算）の再編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加算1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体制整備＋十分な実績（上位20%）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加算2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体制整備＋相当の実績（中位30%）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337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加算3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33375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体制整備のみ（下位50%）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評価基準：検査実施患者割合 / 眼科・歯科連携加算の算定割合 / 受診間隔の適切性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経過措置：R8年3月31日時点で継続データ提出 → R9年3月31日まで加算1相当で評価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在宅自己注射指導管理料の適用拡大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636E7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改定前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糖尿病に適応のある薬剤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に限定して算定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例）インスリン、GLP-1受容体作動薬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改定後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糖尿病以外の併存疾患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への自己注射も算定可能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例）骨粗鬆症（テリパラチド）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関節リウマチ（MTX皮下注）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3756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実務上のポイント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糖尿病患者は高齢化に伴い複数の併存疾患を抱えることが多い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インスリン＋骨粗鬆症薬などの一体管理が可能に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該当患者の洗い出しを行い、算定漏れを防ぐ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透析関連の改定 ― 人工腎臓と腎代替療法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人工腎臓（J038）基本点数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全区分で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▲20点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腎代替療法診療体制充実加算【新設】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+20点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取得で従来点数を維持可能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施設基準（主な要件）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災害対策：ハザードマップに基づくリスク評価・マニュアル策定・年1回以上の訓練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患者説明：腎代替療法の選択肢（HD・PD・腎移植）について繰り返し説明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実績要件（いずれか）：腹膜灌流指導管理24回以上/年 or 腎移植2名以上/年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薬価改定とガイドライン更新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薬価改定（R8年4月施行）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全体：▲0.86%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リベルサス錠（セマグルチド）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改定時加算 +5%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「真の臨床的有用性の検証に係る加算」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09728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標準診療マニュアル2026年版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GLP-1 RA（経口）推奨強化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心血管既往・肥満 →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積極的に投与開始してよい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DPP-4阻害薬との併用禁忌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GLP-1 RA・GIP/GLP-1 RAとの併用は避ける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DPP-4阻害薬 → GLP-1 RA / GIP/GLP-1 RA 切替時は
</a:t>
            </a:r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DPP-4阻害薬の中止を確実に行うこと
</a:t>
            </a:r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作用機序の重複 → 低血糖リスク増大、上乗せ効果なし
</a:t>
            </a:r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チルゼパチド（マンジャロ）等のGIP/GLP-1 RAも同様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眼科・歯科連携加算（各60点/年1回）― 合併症予防と算定の両立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生活習慣病管理料：併算定可能項目 16→37に拡大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充実管理加算 3段階評価 ― 加算1（30点）は実績が必要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在宅自己注射：併存疾患（骨粗鬆症・RA等）にも算定拡大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透析：基本▲20点 → 腎代替療法充実加算+20点で相殺可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840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GLP-1 RA：心血管既往・肥満で積極投与。DPP-4併用禁忌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73152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令和8年度診療報酬改定【糖尿病・内分泌編】</dc:title>
  <dc:subject>PptxGenJS Presentation</dc:subject>
  <dc:creator>今村久司</dc:creator>
  <cp:lastModifiedBy>今村久司</cp:lastModifiedBy>
  <cp:revision>1</cp:revision>
  <dcterms:created xsi:type="dcterms:W3CDTF">2026-04-11T12:57:11Z</dcterms:created>
  <dcterms:modified xsi:type="dcterms:W3CDTF">2026-04-11T12:57:11Z</dcterms:modified>
</cp:coreProperties>
</file>